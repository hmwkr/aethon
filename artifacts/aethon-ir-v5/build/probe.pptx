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c689795d7e4cf2" /><Relationship Type="http://schemas.openxmlformats.org/officeDocument/2006/relationships/extended-properties" Target="/docProps/app.xml" Id="Rfce84dc6f8654a57" /><Relationship Type="http://schemas.openxmlformats.org/officeDocument/2006/relationships/officeDocument" Target="/ppt/presentation.xml" Id="R3799d89bc6824a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c1e3e904ae4a77"/>
  </p:sldMasterIdLst>
  <p:notesMasterIdLst>
    <p:notesMasterId xmlns:r="http://schemas.openxmlformats.org/officeDocument/2006/relationships" r:id="R8a31d933a9a94beb"/>
  </p:notesMasterIdLst>
  <p:sldIdLst>
    <p:sldId xmlns:r="http://schemas.openxmlformats.org/officeDocument/2006/relationships" id="256" r:id="R02177c0ef81d4d2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e7201618994c3b" /><Relationship Type="http://schemas.openxmlformats.org/officeDocument/2006/relationships/slideMaster" Target="/ppt/slideMasters/slideMaster1.xml" Id="R33c1e3e904ae4a77" /><Relationship Type="http://schemas.openxmlformats.org/officeDocument/2006/relationships/notesMaster" Target="/ppt/notesMasters/notesMaster1.xml" Id="R8a31d933a9a94beb" /><Relationship Type="http://schemas.openxmlformats.org/officeDocument/2006/relationships/presProps" Target="/ppt/presProps.xml" Id="R15de9dcfa52b436e" /><Relationship Type="http://schemas.openxmlformats.org/officeDocument/2006/relationships/tableStyles" Target="/ppt/tableStyles.xml" Id="R209cbe6cc39a49cb" /><Relationship Type="http://schemas.openxmlformats.org/officeDocument/2006/relationships/slide" Target="/ppt/slides/slide1.xml" Id="R02177c0ef81d4d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650cd5e8284d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d8a4dc278742e9" /><Relationship Type="http://schemas.openxmlformats.org/officeDocument/2006/relationships/notesMaster" Target="/ppt/notesMasters/notesMaster1.xml" Id="Rdbd83fdb83fb4f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한국어 글꼴 확인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4fec4408b4c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0b50fc85d47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2ea6217b14e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8abafc4de46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2b94150214d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152a110f74a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FE2F82-D61B-4038-B45B-4C9FE5B25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BFBB69-6918-4941-9013-31637C8DAC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FEA55F-0EB2-4F8A-AC28-A3CC16BDB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B8C10B-1B60-4CF0-92B6-8FB074C13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D4C128-8115-4E25-AEFC-BEDC85C247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2B163D-5DB4-42A1-9DD8-9ED546C48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0361A1-D13C-42EB-8D2E-10A7076405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AA83C1-2C14-4C8F-B584-BD1BEB1B16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7054B7-DBF3-42C0-BD1F-ED91A55BF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4B364D-2E00-4C8C-8035-43C54F3214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af0b5d3e2243b1" /><Relationship Type="http://schemas.openxmlformats.org/officeDocument/2006/relationships/slideLayout" Target="/ppt/slideLayouts/slideLayout1.xml" Id="R9e1251d044864890" /><Relationship Type="http://schemas.openxmlformats.org/officeDocument/2006/relationships/slideLayout" Target="/ppt/slideLayouts/slideLayout2.xml" Id="R9bee786bd26e4c83" /><Relationship Type="http://schemas.openxmlformats.org/officeDocument/2006/relationships/slideLayout" Target="/ppt/slideLayouts/slideLayout3.xml" Id="R0a97c0d42f644b94" /><Relationship Type="http://schemas.openxmlformats.org/officeDocument/2006/relationships/slideLayout" Target="/ppt/slideLayouts/slideLayout4.xml" Id="R2d533b5edbac42d9" /><Relationship Type="http://schemas.openxmlformats.org/officeDocument/2006/relationships/slideLayout" Target="/ppt/slideLayouts/slideLayout5.xml" Id="R7a2fb5f596de4d6e" /><Relationship Type="http://schemas.openxmlformats.org/officeDocument/2006/relationships/slideLayout" Target="/ppt/slideLayouts/slideLayout6.xml" Id="R52819b6de48f42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1251d044864890"/>
    <p:sldLayoutId xmlns:r="http://schemas.openxmlformats.org/officeDocument/2006/relationships" id="2147483650" r:id="R9bee786bd26e4c83"/>
    <p:sldLayoutId xmlns:r="http://schemas.openxmlformats.org/officeDocument/2006/relationships" id="2147483651" r:id="R0a97c0d42f644b94"/>
    <p:sldLayoutId xmlns:r="http://schemas.openxmlformats.org/officeDocument/2006/relationships" id="2147483652" r:id="R2d533b5edbac42d9"/>
    <p:sldLayoutId xmlns:r="http://schemas.openxmlformats.org/officeDocument/2006/relationships" id="2147483653" r:id="R7a2fb5f596de4d6e"/>
    <p:sldLayoutId xmlns:r="http://schemas.openxmlformats.org/officeDocument/2006/relationships" id="2147483654" r:id="R52819b6de48f42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43050cfaf49a9" /><Relationship Type="http://schemas.openxmlformats.org/officeDocument/2006/relationships/notesSlide" Target="/ppt/notesSlides/notesSlide1.xml" Id="R7d29322d7a4c4e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5B360-5282-4331-89E6-AB11039C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33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31B26"/>
                </a:solidFill>
                <a:latin typeface="Malgun Gothic"/>
                <a:ea typeface="Malgun Gothic"/>
                <a:cs typeface="Malgun Gothic"/>
              </a:rPr>
              <a:t>Aethon 음악영상 제작 플랫폼</a:t>
            </a:r>
          </a:p>
        </p:txBody>
      </p:sp>
    </p:spTree>
    <p:extLst>
      <p:ext uri="{BB962C8B-B14F-4D97-AF65-F5344CB8AC3E}">
        <p14:creationId xmlns:p14="http://schemas.microsoft.com/office/powerpoint/2010/main" val="1148160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2026-10-27T14:34:07.5510000Z</dcterms:created>
  <dcterms:modified xsi:type="dcterms:W3CDTF">2026-10-27T14:34:07.5510000Z</dcterms:modified>
</coreProperties>
</file>