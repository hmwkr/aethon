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1f6f84a4d4cc0" /><Relationship Type="http://schemas.openxmlformats.org/officeDocument/2006/relationships/extended-properties" Target="/docProps/app.xml" Id="R58c45a78db6f47db" /><Relationship Type="http://schemas.openxmlformats.org/officeDocument/2006/relationships/officeDocument" Target="/ppt/presentation.xml" Id="R94dab4d8360545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4557dada944fbf"/>
  </p:sldMasterIdLst>
  <p:notesMasterIdLst>
    <p:notesMasterId xmlns:r="http://schemas.openxmlformats.org/officeDocument/2006/relationships" r:id="Reb950dc208074530"/>
  </p:notesMasterIdLst>
  <p:sldIdLst>
    <p:sldId xmlns:r="http://schemas.openxmlformats.org/officeDocument/2006/relationships" id="256" r:id="R84dfbf9327fc4853"/>
    <p:sldId xmlns:r="http://schemas.openxmlformats.org/officeDocument/2006/relationships" id="257" r:id="Re4601a87581d437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4da1867f74be4" /><Relationship Type="http://schemas.openxmlformats.org/officeDocument/2006/relationships/slideMaster" Target="/ppt/slideMasters/slideMaster1.xml" Id="R514557dada944fbf" /><Relationship Type="http://schemas.openxmlformats.org/officeDocument/2006/relationships/notesMaster" Target="/ppt/notesMasters/notesMaster1.xml" Id="Reb950dc208074530" /><Relationship Type="http://schemas.openxmlformats.org/officeDocument/2006/relationships/presProps" Target="/ppt/presProps.xml" Id="Re02029bdc2d44157" /><Relationship Type="http://schemas.openxmlformats.org/officeDocument/2006/relationships/tableStyles" Target="/ppt/tableStyles.xml" Id="R1a535a35e7aa4d75" /><Relationship Type="http://schemas.openxmlformats.org/officeDocument/2006/relationships/slide" Target="/ppt/slides/slide1.xml" Id="R84dfbf9327fc4853" /><Relationship Type="http://schemas.openxmlformats.org/officeDocument/2006/relationships/slide" Target="/ppt/slides/slide2.xml" Id="Re4601a87581d43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25263d27041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c8c1fd2e164480" /><Relationship Type="http://schemas.openxmlformats.org/officeDocument/2006/relationships/notesMaster" Target="/ppt/notesMasters/notesMaster1.xml" Id="R2139f841328149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43a52d7cb4efd" /><Relationship Type="http://schemas.openxmlformats.org/officeDocument/2006/relationships/notesMaster" Target="/ppt/notesMasters/notesMaster1.xml" Id="R736f86dfe59d47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10초. 안녕하세요. 개인 VTuber와 소규모 버추얼팀이 한 캐릭터의 음악영상을 이어서 만들도록 돕는 Aethon의 이성민입니다. 브랜드 이미지는 사용자가 제공한 원본 아이콘입니다.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30초. 공개 제작자 인터뷰에서는 음원, 외주, 레퍼런스, MV, 검토를 운영자가 조율하는 과업이 나타납니다. 저희는 그 과정을 반복할 때 설정과 선택 이유를 다시 연결해야 한다는 문제를 가설로 잡았습니다. 아직 Aethon 고객 인터뷰 결과는 아닙니다.</a:t>
            </a:r>
          </a:p>
          <a:p xmlns:a="http://schemas.openxmlformats.org/drawingml/2006/main">
            <a:r>
              <a:t>출처: https://eden-world.net/ko/blog/interview/202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d86abef5f4c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e7203ded14b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d43bc73e84e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154b7a5df43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5d0abafdd43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282bf0d8f45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26BE12-C271-41C2-BDC0-F6005DA4E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C4CC3C-4D64-441C-A6A4-6C28020A87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984372-A515-4294-B0F9-8B4CAAC99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D59EA2-B6D9-4CA0-AC3C-F2DE6F6ED5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37659D-6E1A-4049-A46E-08C439516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74561F-4F90-4A44-B432-269C63941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564EC0-DF58-4190-8B2A-097DBCD89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18E559-EFAC-45D5-A3E4-F2E37BDECD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6CE7DA-B385-42C2-9A63-2AF5F903C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E802B9-27DF-4A7D-A826-FA2C7832FC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f7b67eff244a5e" /><Relationship Type="http://schemas.openxmlformats.org/officeDocument/2006/relationships/slideLayout" Target="/ppt/slideLayouts/slideLayout1.xml" Id="Rcbbac3faad364ec2" /><Relationship Type="http://schemas.openxmlformats.org/officeDocument/2006/relationships/slideLayout" Target="/ppt/slideLayouts/slideLayout2.xml" Id="R7406d881adcc4d44" /><Relationship Type="http://schemas.openxmlformats.org/officeDocument/2006/relationships/slideLayout" Target="/ppt/slideLayouts/slideLayout3.xml" Id="R91dc9e6f63c3439d" /><Relationship Type="http://schemas.openxmlformats.org/officeDocument/2006/relationships/slideLayout" Target="/ppt/slideLayouts/slideLayout4.xml" Id="R925e534e17a84f41" /><Relationship Type="http://schemas.openxmlformats.org/officeDocument/2006/relationships/slideLayout" Target="/ppt/slideLayouts/slideLayout5.xml" Id="R8750d01c292c4e54" /><Relationship Type="http://schemas.openxmlformats.org/officeDocument/2006/relationships/slideLayout" Target="/ppt/slideLayouts/slideLayout6.xml" Id="R521e3121570c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bac3faad364ec2"/>
    <p:sldLayoutId xmlns:r="http://schemas.openxmlformats.org/officeDocument/2006/relationships" id="2147483650" r:id="R7406d881adcc4d44"/>
    <p:sldLayoutId xmlns:r="http://schemas.openxmlformats.org/officeDocument/2006/relationships" id="2147483651" r:id="R91dc9e6f63c3439d"/>
    <p:sldLayoutId xmlns:r="http://schemas.openxmlformats.org/officeDocument/2006/relationships" id="2147483652" r:id="R925e534e17a84f41"/>
    <p:sldLayoutId xmlns:r="http://schemas.openxmlformats.org/officeDocument/2006/relationships" id="2147483653" r:id="R8750d01c292c4e54"/>
    <p:sldLayoutId xmlns:r="http://schemas.openxmlformats.org/officeDocument/2006/relationships" id="2147483654" r:id="R521e3121570c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f8d15979c4f67" /><Relationship Type="http://schemas.openxmlformats.org/officeDocument/2006/relationships/notesSlide" Target="/ppt/notesSlides/notesSlide1.xml" Id="Ra10ea21f36a542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484acce51400d" /><Relationship Type="http://schemas.openxmlformats.org/officeDocument/2006/relationships/notesSlide" Target="/ppt/notesSlides/notesSlide2.xml" Id="R20d1c2d2165449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DB243-479B-4AB9-8C78-FAD6F044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REALIZESOFT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5FB0D-E129-49EF-ACC1-31ECF92E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개인 VTuber·소규모 버추얼팀의</a:t>
            </a:r>
          </a:p>
          <a:p xmlns:a="http://schemas.openxmlformats.org/drawingml/2006/main">
            <a:pPr algn="l">
              <a:def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AI 음악영상 제작 작업대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A9C23-FFD8-42F3-8DDE-18571171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94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AETHON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B188D-7D11-430F-85F3-CFBF8F1C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26A9A"/>
                </a:solidFill>
                <a:latin typeface="Malgun Gothic"/>
                <a:ea typeface="Malgun Gothic"/>
                <a:cs typeface="Malgun Gothic"/>
              </a:rPr>
              <a:t>한 캐릭터의 다음 음악영상까지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6C871-A8C9-4934-B7D7-6F422447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437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이성민  RealizeSoft(현실화하는소프트) 대표</a:t>
            </a:r>
          </a:p>
          <a:p xmlns:a="http://schemas.openxmlformats.org/drawingml/2006/main">
            <a:pPr algn="l">
              <a:def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경복대학교 소프트웨어융합학과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B56CF-8F0B-47A5-BCA0-F72C0436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581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rPr>
              <a:t>2026 창업아이디어 경진대회</a:t>
            </a:r>
          </a:p>
        </p:txBody>
      </p:sp>
    </p:spTree>
    <p:extLst>
      <p:ext uri="{BB962C8B-B14F-4D97-AF65-F5344CB8AC3E}">
        <p14:creationId xmlns:p14="http://schemas.microsoft.com/office/powerpoint/2010/main" val="690341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D60FA-9CBD-4ED4-B6F9-DB52A317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96470-CCB3-42F7-8E3D-B3592996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38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F467E-85FE-4D08-B8D1-EE0D2E3A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제작 과정의 맥락을 사람이 이어야 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D3317-4939-4AA2-9241-A479952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27C4-43C8-4DAE-ABC8-71874E4F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66371"/>
                </a:solidFill>
                <a:latin typeface="Malgun Gothic"/>
                <a:ea typeface="Malgun Gothic"/>
                <a:cs typeface="Malgun Gothic"/>
              </a:rPr>
              <a:t>공개 제작 사례에 근거한 문제 가설 · 고객 인터뷰 전 / 에덴월드 박디라 인터뷰, 2026.09.17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91CEB-1B95-4716-B39F-7D335D73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2626A-A7F4-48F9-8EF3-ABF9F4DC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1E59A-A4E8-41C6-A63E-494FA40A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C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65793-67D0-4F1A-A0C8-6135C5FF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7CBAD-7515-4B34-AF5B-CED2F43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5B874-FD3C-4849-BF1F-FD0A8597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481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C2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81DA0-D790-42C7-8A48-40CAA82D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26A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496A-F516-48AA-A5AA-93C3BFFB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480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98692-18CE-44F3-9178-92B8AB1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481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C2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9D6C1-C697-4A13-A739-40D31721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음원과 IP 설정</a:t>
            </a:r>
          </a:p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참고 자료를 모으고</a:t>
            </a:r>
          </a:p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제작 의도를 전달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74985-AF65-473F-B4C3-3574D95B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720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기획·생성·편집 사이</a:t>
            </a:r>
          </a:p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파일과 설정을 이동</a:t>
            </a:r>
          </a:p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장면별 결과를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9F843-BD4D-4960-81A0-93A5224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수정 이유를 전달</a:t>
            </a:r>
          </a:p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승인한 버전을 찾고</a:t>
            </a:r>
          </a:p>
          <a:p xmlns:a="http://schemas.openxmlformats.org/drawingml/2006/main">
            <a:pPr algn="l">
              <a:def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다음 제작에 재사용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B1D85-6A0E-4198-8958-13577A3971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62500" y="3657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66371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2357D-0AC3-4353-8D8C-A8597B25F5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0" y="3657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66371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2F8DB-D035-4D2E-A857-2A6E3E71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675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51C28"/>
                </a:solidFill>
                <a:latin typeface="Malgun Gothic"/>
                <a:ea typeface="Malgun Gothic"/>
                <a:cs typeface="Malgun Gothic"/>
              </a:rPr>
              <a:t>곡이 바뀌어도, 캐릭터와 선택의 맥락은 이어져야 합니다</a:t>
            </a:r>
          </a:p>
        </p:txBody>
      </p:sp>
    </p:spTree>
    <p:extLst>
      <p:ext uri="{BB962C8B-B14F-4D97-AF65-F5344CB8AC3E}">
        <p14:creationId xmlns:p14="http://schemas.microsoft.com/office/powerpoint/2010/main" val="521367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2026-10-27T14:56:11.1030000Z</dcterms:created>
  <dcterms:modified xsi:type="dcterms:W3CDTF">2026-10-27T14:56:11.1040000Z</dcterms:modified>
</coreProperties>
</file>