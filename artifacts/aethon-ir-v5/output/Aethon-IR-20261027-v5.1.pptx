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02ed3d76334f85" /><Relationship Type="http://schemas.openxmlformats.org/officeDocument/2006/relationships/extended-properties" Target="/docProps/app.xml" Id="R55708d9a69bb413d" /><Relationship Type="http://schemas.openxmlformats.org/officeDocument/2006/relationships/officeDocument" Target="/ppt/presentation.xml" Id="Rd85ff3d99cdb4bb6" /></Relationships>
</file>

<file path=ppt/presentation.xml><?xml version="1.0" encoding="utf-8"?>
<p:presentation xmlns:p="http://schemas.openxmlformats.org/presentationml/2006/main">
  <p:sldMasterIdLst>
    <p:sldMasterId xmlns:r="http://schemas.openxmlformats.org/officeDocument/2006/relationships" id="2147483648" r:id="R23b9ef49f8964db4"/>
  </p:sldMasterIdLst>
  <p:notesMasterIdLst>
    <p:notesMasterId xmlns:r="http://schemas.openxmlformats.org/officeDocument/2006/relationships" r:id="Ra6033d001e4d4763"/>
  </p:notesMasterIdLst>
  <p:sldIdLst>
    <p:sldId xmlns:r="http://schemas.openxmlformats.org/officeDocument/2006/relationships" id="256" r:id="R2e7100dae7aa4b76"/>
    <p:sldId xmlns:r="http://schemas.openxmlformats.org/officeDocument/2006/relationships" id="257" r:id="R76a5652fe7494258"/>
    <p:sldId xmlns:r="http://schemas.openxmlformats.org/officeDocument/2006/relationships" id="258" r:id="Rc5b4df1cb30f4342"/>
    <p:sldId xmlns:r="http://schemas.openxmlformats.org/officeDocument/2006/relationships" id="259" r:id="Rb7e4b336f7c74b02"/>
    <p:sldId xmlns:r="http://schemas.openxmlformats.org/officeDocument/2006/relationships" id="260" r:id="Rbeca0caf250142bc"/>
    <p:sldId xmlns:r="http://schemas.openxmlformats.org/officeDocument/2006/relationships" id="261" r:id="R520138f1671c4143"/>
    <p:sldId xmlns:r="http://schemas.openxmlformats.org/officeDocument/2006/relationships" id="262" r:id="R80ef787a168547ea"/>
    <p:sldId xmlns:r="http://schemas.openxmlformats.org/officeDocument/2006/relationships" id="263" r:id="R2183f345e90945a2"/>
    <p:sldId xmlns:r="http://schemas.openxmlformats.org/officeDocument/2006/relationships" id="264" r:id="Rdb8f42cae40f4f08"/>
    <p:sldId xmlns:r="http://schemas.openxmlformats.org/officeDocument/2006/relationships" id="265" r:id="Rf5edd46fcae14d71"/>
    <p:sldId xmlns:r="http://schemas.openxmlformats.org/officeDocument/2006/relationships" id="266" r:id="Rc9b71f53f016429e"/>
    <p:sldId xmlns:r="http://schemas.openxmlformats.org/officeDocument/2006/relationships" id="267" r:id="R058315d907d64556"/>
    <p:sldId xmlns:r="http://schemas.openxmlformats.org/officeDocument/2006/relationships" id="268" r:id="Rc82a177494d94339"/>
    <p:sldId xmlns:r="http://schemas.openxmlformats.org/officeDocument/2006/relationships" id="269" r:id="R24962a28b272406a"/>
    <p:sldId xmlns:r="http://schemas.openxmlformats.org/officeDocument/2006/relationships" id="270" r:id="R0795711422b44196"/>
    <p:sldId xmlns:r="http://schemas.openxmlformats.org/officeDocument/2006/relationships" id="271" r:id="Ra8364f2f894747f6"/>
    <p:sldId xmlns:r="http://schemas.openxmlformats.org/officeDocument/2006/relationships" id="272" r:id="R82e3b1cb5aa94bf1"/>
    <p:sldId xmlns:r="http://schemas.openxmlformats.org/officeDocument/2006/relationships" id="273" r:id="Rdb8f99bfe6fc4b2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bf599c96ad49dc" /><Relationship Type="http://schemas.openxmlformats.org/officeDocument/2006/relationships/slideMaster" Target="/ppt/slideMasters/slideMaster1.xml" Id="R23b9ef49f8964db4" /><Relationship Type="http://schemas.openxmlformats.org/officeDocument/2006/relationships/notesMaster" Target="/ppt/notesMasters/notesMaster1.xml" Id="Ra6033d001e4d4763" /><Relationship Type="http://schemas.openxmlformats.org/officeDocument/2006/relationships/presProps" Target="/ppt/presProps.xml" Id="R49a49998f31c4acb" /><Relationship Type="http://schemas.openxmlformats.org/officeDocument/2006/relationships/tableStyles" Target="/ppt/tableStyles.xml" Id="R8af36e9ce7124216" /><Relationship Type="http://schemas.openxmlformats.org/officeDocument/2006/relationships/slide" Target="/ppt/slides/slide1.xml" Id="R2e7100dae7aa4b76" /><Relationship Type="http://schemas.openxmlformats.org/officeDocument/2006/relationships/slide" Target="/ppt/slides/slide2.xml" Id="R76a5652fe7494258" /><Relationship Type="http://schemas.openxmlformats.org/officeDocument/2006/relationships/slide" Target="/ppt/slides/slide3.xml" Id="Rc5b4df1cb30f4342" /><Relationship Type="http://schemas.openxmlformats.org/officeDocument/2006/relationships/slide" Target="/ppt/slides/slide4.xml" Id="Rb7e4b336f7c74b02" /><Relationship Type="http://schemas.openxmlformats.org/officeDocument/2006/relationships/slide" Target="/ppt/slides/slide5.xml" Id="Rbeca0caf250142bc" /><Relationship Type="http://schemas.openxmlformats.org/officeDocument/2006/relationships/slide" Target="/ppt/slides/slide6.xml" Id="R520138f1671c4143" /><Relationship Type="http://schemas.openxmlformats.org/officeDocument/2006/relationships/slide" Target="/ppt/slides/slide7.xml" Id="R80ef787a168547ea" /><Relationship Type="http://schemas.openxmlformats.org/officeDocument/2006/relationships/slide" Target="/ppt/slides/slide8.xml" Id="R2183f345e90945a2" /><Relationship Type="http://schemas.openxmlformats.org/officeDocument/2006/relationships/slide" Target="/ppt/slides/slide9.xml" Id="Rdb8f42cae40f4f08" /><Relationship Type="http://schemas.openxmlformats.org/officeDocument/2006/relationships/slide" Target="/ppt/slides/slide10.xml" Id="Rf5edd46fcae14d71" /><Relationship Type="http://schemas.openxmlformats.org/officeDocument/2006/relationships/slide" Target="/ppt/slides/slide11.xml" Id="Rc9b71f53f016429e" /><Relationship Type="http://schemas.openxmlformats.org/officeDocument/2006/relationships/slide" Target="/ppt/slides/slide12.xml" Id="R058315d907d64556" /><Relationship Type="http://schemas.openxmlformats.org/officeDocument/2006/relationships/slide" Target="/ppt/slides/slide13.xml" Id="Rc82a177494d94339" /><Relationship Type="http://schemas.openxmlformats.org/officeDocument/2006/relationships/slide" Target="/ppt/slides/slide14.xml" Id="R24962a28b272406a" /><Relationship Type="http://schemas.openxmlformats.org/officeDocument/2006/relationships/slide" Target="/ppt/slides/slide15.xml" Id="R0795711422b44196" /><Relationship Type="http://schemas.openxmlformats.org/officeDocument/2006/relationships/slide" Target="/ppt/slides/slide16.xml" Id="Ra8364f2f894747f6" /><Relationship Type="http://schemas.openxmlformats.org/officeDocument/2006/relationships/slide" Target="/ppt/slides/slide17.xml" Id="R82e3b1cb5aa94bf1" /><Relationship Type="http://schemas.openxmlformats.org/officeDocument/2006/relationships/slide" Target="/ppt/slides/slide18.xml" Id="Rdb8f99bfe6fc4b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656f6f84ea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253d4cea624dd7" /><Relationship Type="http://schemas.openxmlformats.org/officeDocument/2006/relationships/notesMaster" Target="/ppt/notesMasters/notesMaster1.xml" Id="R949523ebcd724d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5126ca3f6c4e2a" /><Relationship Type="http://schemas.openxmlformats.org/officeDocument/2006/relationships/notesMaster" Target="/ppt/notesMasters/notesMaster1.xml" Id="Re2956e7fda4d48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379466b7dd4601" /><Relationship Type="http://schemas.openxmlformats.org/officeDocument/2006/relationships/notesMaster" Target="/ppt/notesMasters/notesMaster1.xml" Id="Rf6d7c8ca0c1542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d0d50008e445d8" /><Relationship Type="http://schemas.openxmlformats.org/officeDocument/2006/relationships/notesMaster" Target="/ppt/notesMasters/notesMaster1.xml" Id="R03dfe5eb16f340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919ec33db74d2d" /><Relationship Type="http://schemas.openxmlformats.org/officeDocument/2006/relationships/notesMaster" Target="/ppt/notesMasters/notesMaster1.xml" Id="Rd8686078bf0344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2a9e648261415e" /><Relationship Type="http://schemas.openxmlformats.org/officeDocument/2006/relationships/notesMaster" Target="/ppt/notesMasters/notesMaster1.xml" Id="R988df08aa10540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86d3cac46c42d6" /><Relationship Type="http://schemas.openxmlformats.org/officeDocument/2006/relationships/notesMaster" Target="/ppt/notesMasters/notesMaster1.xml" Id="Rbc2e56864ce04e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86b0b3700f4409" /><Relationship Type="http://schemas.openxmlformats.org/officeDocument/2006/relationships/notesMaster" Target="/ppt/notesMasters/notesMaster1.xml" Id="R9d715a71be9441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97eefbc8524e71" /><Relationship Type="http://schemas.openxmlformats.org/officeDocument/2006/relationships/notesMaster" Target="/ppt/notesMasters/notesMaster1.xml" Id="R5c88e98086e944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7bf9f0fa754df3" /><Relationship Type="http://schemas.openxmlformats.org/officeDocument/2006/relationships/notesMaster" Target="/ppt/notesMasters/notesMaster1.xml" Id="R9703d438121b43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2c4de3cfda4c19" /><Relationship Type="http://schemas.openxmlformats.org/officeDocument/2006/relationships/notesMaster" Target="/ppt/notesMasters/notesMaster1.xml" Id="R45f21b9fd8804bd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9b97ede33349ca" /><Relationship Type="http://schemas.openxmlformats.org/officeDocument/2006/relationships/notesMaster" Target="/ppt/notesMasters/notesMaster1.xml" Id="R19ca1555065742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4e0525e6844ccd" /><Relationship Type="http://schemas.openxmlformats.org/officeDocument/2006/relationships/notesMaster" Target="/ppt/notesMasters/notesMaster1.xml" Id="Rb30c4bf1ba184e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e29921960f4ff8" /><Relationship Type="http://schemas.openxmlformats.org/officeDocument/2006/relationships/notesMaster" Target="/ppt/notesMasters/notesMaster1.xml" Id="R92196e68867947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6f99f941b24809" /><Relationship Type="http://schemas.openxmlformats.org/officeDocument/2006/relationships/notesMaster" Target="/ppt/notesMasters/notesMaster1.xml" Id="R25546b25734547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1a70e59f03491f" /><Relationship Type="http://schemas.openxmlformats.org/officeDocument/2006/relationships/notesMaster" Target="/ppt/notesMasters/notesMaster1.xml" Id="R384bc244e51f42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49c5f70015471e" /><Relationship Type="http://schemas.openxmlformats.org/officeDocument/2006/relationships/notesMaster" Target="/ppt/notesMasters/notesMaster1.xml" Id="Re8bf286e632649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150de9dfe04a7d" /><Relationship Type="http://schemas.openxmlformats.org/officeDocument/2006/relationships/notesMaster" Target="/ppt/notesMasters/notesMaster1.xml" Id="R3f7f5978027542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안녕하세요. 개인 VTuber와 소규모 버추얼팀이 한 캐릭터의 음악영상을 이어서 만들도록 돕는 Aethon의 이성민입니다. 브랜드 이미지는 사용자가 제공한 원본 아이콘입니다.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공개 제작자 인터뷰에서는 음원, 외주, 레퍼런스, MV, 검토를 운영자가 조율하는 과업이 나타납니다. 저희는 그 과정을 반복할 때 설정과 선택 이유를 다시 연결해야 한다는 문제를 가설로 잡았습니다. 아직 Aethon 고객 인터뷰 결과는 아닙니다.</a:t>
            </a:r>
          </a:p>
          <a:p xmlns:a="http://schemas.openxmlformats.org/drawingml/2006/main">
            <a:r>
              <a:t>출처: https://eden-world.net/ko/blog/interview/202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조금 궁금하실 수 있습니다. 왜 수많은 영상 타깃 중 이 고객인가요? 같은 IP로 곡을 이어 만드는 공개 사례가 있고, 공개 인터뷰에는 개인·팀 활동자가 제작 조율까지 맡는 사례가 있습니다. 그래서 한 곡의 제작과 다음 곡의 재사용이라는 단위로 Aethon의 가치를 관찰할 수 있다고 봤습니다. 이 판단은 초기 타깃 가설이며 구매 의향은 앞으로 확인합니다. 200만~400만원은 밍글스튜디오 프리미엄 MV 예상 견적 한 사례입니다. 시장 평균이나 당사 절감액이 아닙니다.</a:t>
            </a:r>
          </a:p>
          <a:p xmlns:a="http://schemas.openxmlformats.org/drawingml/2006/main">
            <a:r>
              <a:t>https://eden-world.net/ko/blog/interview/202</a:t>
            </a:r>
          </a:p>
          <a:p xmlns:a="http://schemas.openxmlformats.org/drawingml/2006/main">
            <a:r>
              <a:t>https://stellive.me/music</a:t>
            </a:r>
          </a:p>
          <a:p xmlns:a="http://schemas.openxmlformats.org/drawingml/2006/main">
            <a:r>
              <a:t>https://minglestudio.co.kr/services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준비 단계에서는 IP와 음원을 정리합니다. 대화형 AI는 장면 기획과 도구 사용을 돕고, 영상 모델은 별도로 장면 후보를 생성하는 역할입니다. 제작자는 Take를 선택하고 편집한 뒤 승인합니다. 현재 코드 구현과 제한 시험 단계이며, 일반 사용자용 모델 연결과 전체 사용 흐름의 검증은 남아 있습니다.</a:t>
            </a:r>
          </a:p>
          <a:p xmlns:a="http://schemas.openxmlformats.org/drawingml/2006/main">
            <a:r>
              <a:t>근거: 현재 저장소 코드 및 QA 기록, 2026.10.27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이 화면은 실제 Aethon 내부 시험 화면입니다. 왼쪽에서 장면을 고르고, 아래에서 Take를 비교하며, 오른쪽에서 검토와 승인 상태를 확인합니다. 타임라인은 선택한 결과를 편집 구성에 연결합니다. 화면의 색상 패턴은 합성 시험 미디어이며 실제 AI 생성 영상이 아닙니다.</a:t>
            </a:r>
          </a:p>
          <a:p xmlns:a="http://schemas.openxmlformats.org/drawingml/2006/main">
            <a:r>
              <a:t>이미지: docs/qa/codex-cli-assessment-20261026/implementation/1920-selected-basic.png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IP와 음원, 샷과 Take, 승인, 작업 상태, FFmpeg 출력 및 복구 흐름을 구현하고 있습니다. QA에는 합성 음원과 로컬 모션 3초 MP4, 별도 브라우저 편집 2초 출력 기록이 있습니다. 제한된 Claude 실제 시험 기록도 있지만 일반 사용자 연결은 미완료이며 영상 생성 모델 실호출은 확인되지 않았습니다. 고객 인터뷰, 시험 고객, 매출도 아직 없습니다. 발표자료 작업에서 제품 테스트를 재실행한 수치가 아닙니다.</a:t>
            </a:r>
          </a:p>
          <a:p xmlns:a="http://schemas.openxmlformats.org/drawingml/2006/main">
            <a:r>
              <a:t>근거: 저장소 README와 docs/qa의 2026.10.27까지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글로벌 버추얼 크리에이터 300개 표본의 2024년 조회 합계는 150억회를 넘었고, 2025년 국내 대중음악 매출은 전년 대비 15.8% 증가했습니다. 이는 시장 배경이며 Aethon의 TAM 금액이 아닙니다. 저희는 음악영상 제작 소프트웨어 수요에서 한국어로 접근할 초기 고객을 좁혀 검증합니다. 고객 수와 제작 빈도, 지불 비용 조사 후 금액을 산정하겠습니다. 원의 크기는 시장 금액 비율을 나타내지 않습니다.</a:t>
            </a:r>
          </a:p>
          <a:p xmlns:a="http://schemas.openxmlformats.org/drawingml/2006/main">
            <a:r>
              <a:t>https://blog.youtube/culture-and-trends/youtube-culture-trends-report-virtual-creators/</a:t>
            </a:r>
          </a:p>
          <a:p xmlns:a="http://schemas.openxmlformats.org/drawingml/2006/main">
            <a:r>
              <a:t>https://welcon.kocca.kr/ko/info/business/1958572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개별 도구는 필요한 생성과 편집을 직접 수행하게 하고, 외주는 계약 범위의 제작을 맡습니다. Aethon은 IP와 장면, Take와 승인을 연결해 다음 음악영상의 준비에 재사용하는 목표입니다. 현재 품질, 가격, 시간 우위는 실사용 비교 전입니다. 타사의 모든 기능이 없다고 단정한 비교가 아닙니다.</a:t>
            </a:r>
          </a:p>
          <a:p xmlns:a="http://schemas.openxmlformats.org/drawingml/2006/main">
            <a:r>
              <a:t>https://minglestudio.co.kr/services</a:t>
            </a:r>
          </a:p>
          <a:p xmlns:a="http://schemas.openxmlformats.org/drawingml/2006/main">
            <a:r>
              <a:t>현재 Aethon 구현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프로젝트와 IP, 버전과 승인 기록을 관리하는 가치는 구독으로, 모델 호출과 영상 처리 비용은 사용량으로 검증하려 합니다. 가격과 마진은 아직 정하지 않았습니다. 단순 생성 1회 가격이 아니라 재시도와 처리, 저장, 지원까지 합한 비용을 같은 기간의 승인 결과물 수로 나누어 살피겠습니다. 청구되는 생성 초수와 최종 채택 영상 길이는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위는 현재 로컬 구현, 아래는 향후 도입 검토안입니다. 왼쪽은 사용자, 가운데는 Aethon, 오른쪽은 외부 모델과 서비스입니다. 대화 모델은 기획과 도구 요청을 돕고 영상 모델은 별도의 생성 작업을 맡습니다. 현재 HTML·CSS·JavaScript, Python HTTP, SQLite와 로컬 파일, FFmpeg를 사용합니다. 향후 Next.js와 FastAPI, PostgreSQL, AWS 저장·전달, 외부 GPU와 데이터 플랫폼을 검토합니다. LangChain은 현재 사용 기술로 확인되지 않아 넣지 않았습니다.</a:t>
            </a:r>
          </a:p>
          <a:p xmlns:a="http://schemas.openxmlformats.org/drawingml/2006/main">
            <a:r>
              <a:t>근거: 현재 코드, v5-architecture-spec 및 architecture-research-v4.md. 아이콘: AWS Architecture Icons, Python, SQLite, W3C HTML5(CC BY 3.0), Simple Icons JavaScript, Next.js, PostgreSQL, FFmpeg, Databricks의 원본 자산.</a:t>
            </a:r>
          </a:p>
          <a:p xmlns:a="http://schemas.openxmlformats.org/drawingml/2006/main">
            <a:r>
              <a:t>https://aws.amazon.com/architecture/icons/</a:t>
            </a:r>
          </a:p>
          <a:p xmlns:a="http://schemas.openxmlformats.org/drawingml/2006/main">
            <a:r>
              <a:t>https://www.w3.org/html/logo/faq.html</a:t>
            </a:r>
          </a:p>
          <a:p xmlns:a="http://schemas.openxmlformats.org/drawingml/2006/main">
            <a:r>
              <a:t>https://www.postgresql.org/about/policies/trademarks/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장기적으로는 기획용 언어 모델과 이미지·영상 생성 모델을 각각 특화하려 합니다. 사용 권리가 확보된 데이터와 학습이 허용된 교사 모델을 전제로 미세조정과 증류를 검토합니다. Claude나 GPT 출력의 학습 사용을 자동으로 허용한다고 보지 않습니다. 기준 모델보다 품질과 비용이 나아지는지 평가한 뒤 버전 관리와 배포, 롤백으로 연결합니다. 현재 자체 모델을 보유하거나 외부 API를 대체했다는 의미는 아닙니다.</a:t>
            </a:r>
          </a:p>
          <a:p xmlns:a="http://schemas.openxmlformats.org/drawingml/2006/main">
            <a:r>
              <a:t>https://docs.databricks.com/aws/en/machine-learning/mlops/mlops-workflow</a:t>
            </a:r>
          </a:p>
          <a:p xmlns:a="http://schemas.openxmlformats.org/drawingml/2006/main">
            <a:r>
              <a:t>https://github.com/Wan-Video/Wan2.1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대표가 개인 VTuber와 소규모 버추얼팀 활동 채널, 음악 제작 커뮤니티에서 첫 대화를 시작할 계획입니다. 최근 제작 기록을 함께 보며 문제를 확인하고 한 곡의 작업을 관찰합니다. 다음 곡에서 어떤 정보를 다시 쓰고 무엇에 비용을 지불할지 확인합니다. 아직 실행한 고객 성과가 아닙니다. 인터뷰는 개발과 병행합니다.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핵심 제작 흐름을 실제 환경에서 확인한 뒤, 제작자가 완주하고 결과를 채택하는지 봅니다. 반복 유료 사용과 비용이 확인되면 고객 운영을 보강합니다. 권리 데이터와 평가셋이 쌓이고 기존 모델의 병목이 확인될 때 ML 역량을 확보해 모델 특화와 시장 확장을 검토합니다. 일정, 채용 인원, 예산은 확정하지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저는 경복대학교 소프트웨어융합학과 이성민이며 RealizeSoft 대표입니다. 데이터엔지니어 직무와 한화 포탈 데이터 엔지니어링 경험을 바탕으로 제품 방향과 개발, 초기 고객 검증을 맡습니다. RealizeSoft 팀의 U300 Academy 대상과 경기북동부 창업챌린지 기술상 이력이 있습니다. 과거 팀의 수상 이력이며 현재 제품의 매출이나 고객 실적은 아닙니다.</a:t>
            </a:r>
          </a:p>
          <a:p xmlns:a="http://schemas.openxmlformats.org/drawingml/2006/main">
            <a:r>
              <a:t>경력은 본인 제공. 수상 공식 보도: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다음 성과는 실제 제작자가 한 곡을 완주하고 다음 곡에도 Aethon을 쓰는지 확인하는 것입니다. 초기 제작자 연결, 영상 제작 실무 피드백, 사업화와 기술 멘토링을 요청드립니다. 확보한 자원은 제품 흐름 완결, 고객 작업 관찰, 실제 청구와 재시도를 포함한 비용 검증에 우선 사용하겠습니다. 요청 금액과 배분액은 시험 범위에 맞춰 산정할 예정입니다.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 운영 구조가 아닌 도입 검토안입니다. 사용자는 API에 요청을 보내고 PostgreSQL에 상태를 남깁니다. Runpod의 내장 큐가 GPU 작업을 받으며, 생성 파일은 presigned URL로 S3에 직접 업로드하는 방식을 검토합니다. S3 객체 생성 이벤트는 SQS/Lambda 등의 경유로 검증 처리하며 임의 HTTP 웹훅 직접 호출을 전제하지 않습니다. Runpod 상태 조회/완료 알림은 별도입니다. 모든 장면 파일과 상태를 검증하고 사람의 승인 이후 FFmpeg가 합성합니다. 코덱·해상도·프레임율·오디오와 전환 길이를 정규화해야 하므로 60×5초가 항상 5분은 아닙니다. 중복 알림과 순서 역전은 멱등 처리가 필요하고 실패는 재시도·재조정합니다. 진행률 전달은 SSE 또는 WebSocket 검토입니다. Databricks에는 허용한 기록만 전달합니다. SQS 또는 Redis/Celery의 별도 조율 큐는 부하와 책임을 확인한 뒤 선택합니다.</a:t>
            </a:r>
          </a:p>
          <a:p xmlns:a="http://schemas.openxmlformats.org/drawingml/2006/main">
            <a:r>
              <a:t>https://docs.runpod.io/serverless/endpoints/send-requests</a:t>
            </a:r>
          </a:p>
          <a:p xmlns:a="http://schemas.openxmlformats.org/drawingml/2006/main">
            <a:r>
              <a:t>https://docs.aws.amazon.com/AmazonS3/latest/userguide/EventNotifications.html</a:t>
            </a:r>
          </a:p>
          <a:p xmlns:a="http://schemas.openxmlformats.org/drawingml/2006/main">
            <a:r>
              <a:t>https://docs.databricks.com/aws/en/machine-learning/mlops/mlops-workflow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현재는 이성민 대표 1인입니다. 자격은 사용자가 제공한 표기이며 네트워크관리사 2급은 국가공인 자격입니다. AI프러덕션 기획자 1급과 Databricks Professional은 정확한 발급기관·공식 종목 표기 확인 전입니다. 현재 확보된 팀원이나 확정 채용으로 표현하지 않습니다. 각 단계의 병목과 자금 확보에 따라 협업, 자문, 채용을 선택합니다.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산업 지표와 자사 실적을 분리합니다. 상세 URL은 아래와 같습니다.</a:t>
            </a:r>
          </a:p>
          <a:p xmlns:a="http://schemas.openxmlformats.org/drawingml/2006/main">
            <a:r>
              <a:t>YouTube: https://blog.youtube/culture-and-trends/youtube-culture-trends-report-virtual-creators/</a:t>
            </a:r>
          </a:p>
          <a:p xmlns:a="http://schemas.openxmlformats.org/drawingml/2006/main">
            <a:r>
              <a:t>KOCCA: https://welcon.kocca.kr/ko/info/business/1958572</a:t>
            </a:r>
          </a:p>
          <a:p xmlns:a="http://schemas.openxmlformats.org/drawingml/2006/main">
            <a:r>
              <a:t>밍글스튜디오: https://minglestudio.co.kr/services</a:t>
            </a:r>
          </a:p>
          <a:p xmlns:a="http://schemas.openxmlformats.org/drawingml/2006/main">
            <a:r>
              <a:t>에덴월드: https://eden-world.net/ko/blog/interview/202</a:t>
            </a:r>
          </a:p>
          <a:p xmlns:a="http://schemas.openxmlformats.org/drawingml/2006/main">
            <a:r>
              <a:t>스텔라이브: https://stellive.me/music</a:t>
            </a:r>
          </a:p>
          <a:p xmlns:a="http://schemas.openxmlformats.org/drawingml/2006/main">
            <a:r>
              <a:t>수상: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a:p xmlns:a="http://schemas.openxmlformats.org/drawingml/2006/main">
            <a:r>
              <a:t>참고한 실제 IR 원본: Headless 30p https://file.zillinks.com/prod/uploads/6ed739667afe22aa882e30120a4b13e1_introFile.pdf</a:t>
            </a:r>
          </a:p>
          <a:p xmlns:a="http://schemas.openxmlformats.org/drawingml/2006/main">
            <a:r>
              <a:t>Wayne Hills 2023 24p https://www.waynehills.co/_files/ugd/55f4cc_1519dc60af1f4483a7a0dc55e5d7a5b4.pdf</a:t>
            </a:r>
          </a:p>
          <a:p xmlns:a="http://schemas.openxmlformats.org/drawingml/2006/main">
            <a:r>
              <a:t>Toonsquare 2024 76p https://file.zillinks.com/prod/uploads/884c4c81406b72c6deb85f9c32e0a476_JYOwLgTg9gYsA2BTIA.pdf</a:t>
            </a:r>
          </a:p>
          <a:p xmlns:a="http://schemas.openxmlformats.org/drawingml/2006/main">
            <a:r>
              <a:t>투자·수상 이력이 있는 기업의 공개 원본이나 해당 투자 라운드·수상 당일 사용본과 동일하다는 것은 확인하지 못했습니다. 타사 수치는 Aethon 성과로 사용하지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6ec9b56a784e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4b3f818f2c45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cecc2fb38245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b2640f53e34f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46dd5b430049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30d7c97e9543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26BE12-C271-41C2-BDC0-F6005DA4E83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C4CC3C-4D64-441C-A6A4-6C28020A872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984372-A515-4294-B0F9-8B4CAAC9941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D59EA2-B6D9-4CA0-AC3C-F2DE6F6ED51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37659D-6E1A-4049-A46E-08C43951640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74561F-4F90-4A44-B432-269C63941D2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564EC0-DF58-4190-8B2A-097DBCD89BB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18E559-EFAC-45D5-A3E4-F2E37BDECD7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CE7DA-B385-42C2-9A63-2AF5F903C36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E802B9-27DF-4A7D-A826-FA2C7832FC8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8d7ce545494406" /><Relationship Type="http://schemas.openxmlformats.org/officeDocument/2006/relationships/slideLayout" Target="/ppt/slideLayouts/slideLayout1.xml" Id="R24c440edce2d4387" /><Relationship Type="http://schemas.openxmlformats.org/officeDocument/2006/relationships/slideLayout" Target="/ppt/slideLayouts/slideLayout2.xml" Id="R4b336a45c53f4d53" /><Relationship Type="http://schemas.openxmlformats.org/officeDocument/2006/relationships/slideLayout" Target="/ppt/slideLayouts/slideLayout3.xml" Id="R56cd811d86834728" /><Relationship Type="http://schemas.openxmlformats.org/officeDocument/2006/relationships/slideLayout" Target="/ppt/slideLayouts/slideLayout4.xml" Id="R0485a8c6e0f04f9c" /><Relationship Type="http://schemas.openxmlformats.org/officeDocument/2006/relationships/slideLayout" Target="/ppt/slideLayouts/slideLayout5.xml" Id="R17001f43707e46ee" /><Relationship Type="http://schemas.openxmlformats.org/officeDocument/2006/relationships/slideLayout" Target="/ppt/slideLayouts/slideLayout6.xml" Id="R0489f49813fd48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c440edce2d4387"/>
    <p:sldLayoutId xmlns:r="http://schemas.openxmlformats.org/officeDocument/2006/relationships" id="2147483650" r:id="R4b336a45c53f4d53"/>
    <p:sldLayoutId xmlns:r="http://schemas.openxmlformats.org/officeDocument/2006/relationships" id="2147483651" r:id="R56cd811d86834728"/>
    <p:sldLayoutId xmlns:r="http://schemas.openxmlformats.org/officeDocument/2006/relationships" id="2147483652" r:id="R0485a8c6e0f04f9c"/>
    <p:sldLayoutId xmlns:r="http://schemas.openxmlformats.org/officeDocument/2006/relationships" id="2147483653" r:id="R17001f43707e46ee"/>
    <p:sldLayoutId xmlns:r="http://schemas.openxmlformats.org/officeDocument/2006/relationships" id="2147483654" r:id="R0489f49813fd48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afb47eff5d4649" /><Relationship Type="http://schemas.openxmlformats.org/officeDocument/2006/relationships/image" Target="/ppt/media/image.png" Id="R015e978bf4ea41b8" /><Relationship Type="http://schemas.openxmlformats.org/officeDocument/2006/relationships/notesSlide" Target="/ppt/notesSlides/notesSlide1.xml" Id="Re0a0b6edde8a4e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0c45c7694c4d71" /><Relationship Type="http://schemas.openxmlformats.org/officeDocument/2006/relationships/notesSlide" Target="/ppt/notesSlides/notesSlide2.xml" Id="Rd2aba2256e764a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076253a600486c" /><Relationship Type="http://schemas.openxmlformats.org/officeDocument/2006/relationships/notesSlide" Target="/ppt/notesSlides/notesSlide3.xml" Id="R07278d13a76444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6faa781fd741cb" /><Relationship Type="http://schemas.openxmlformats.org/officeDocument/2006/relationships/notesSlide" Target="/ppt/notesSlides/notesSlide4.xml" Id="Rba40828c463048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a20aa84d5d49c4" /><Relationship Type="http://schemas.openxmlformats.org/officeDocument/2006/relationships/image" Target="/ppt/media/image2.png" Id="R35105a5a100842a0" /><Relationship Type="http://schemas.openxmlformats.org/officeDocument/2006/relationships/notesSlide" Target="/ppt/notesSlides/notesSlide5.xml" Id="Ra877ccb7a85145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3e88935dbe4fcd" /><Relationship Type="http://schemas.openxmlformats.org/officeDocument/2006/relationships/notesSlide" Target="/ppt/notesSlides/notesSlide6.xml" Id="R427dfe54395c49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491489806b41d0" /><Relationship Type="http://schemas.openxmlformats.org/officeDocument/2006/relationships/notesSlide" Target="/ppt/notesSlides/notesSlide7.xml" Id="R37622b2b1be84b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7351e8d54dc4028" /><Relationship Type="http://schemas.openxmlformats.org/officeDocument/2006/relationships/notesSlide" Target="/ppt/notesSlides/notesSlide8.xml" Id="Re836d8d609eb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79aa5091ea457a" /><Relationship Type="http://schemas.openxmlformats.org/officeDocument/2006/relationships/notesSlide" Target="/ppt/notesSlides/notesSlide9.xml" Id="R334a173f133144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83742691fe44fdb" /><Relationship Type="http://schemas.openxmlformats.org/officeDocument/2006/relationships/image" Target="/ppt/media/image3.png" Id="R62bf58b08836412f" /><Relationship Type="http://schemas.openxmlformats.org/officeDocument/2006/relationships/image" Target="/ppt/media/image4.png" Id="R1c76377f4e8341db" /><Relationship Type="http://schemas.openxmlformats.org/officeDocument/2006/relationships/image" Target="/ppt/media/image.svg" Id="Rfdb7ac3beaeb4fe5" /><Relationship Type="http://schemas.openxmlformats.org/officeDocument/2006/relationships/image" Target="/ppt/media/image5.png" Id="Rcdf53f9f1ead4202" /><Relationship Type="http://schemas.openxmlformats.org/officeDocument/2006/relationships/image" Target="/ppt/media/image6.png" Id="R54d1ae139b964cc6" /><Relationship Type="http://schemas.openxmlformats.org/officeDocument/2006/relationships/image" Target="/ppt/media/image7.png" Id="R79c2cac96f194958" /><Relationship Type="http://schemas.openxmlformats.org/officeDocument/2006/relationships/image" Target="/ppt/media/image8.png" Id="R949a6614d54f4c32" /><Relationship Type="http://schemas.openxmlformats.org/officeDocument/2006/relationships/image" Target="/ppt/media/image9.png" Id="Red48e8cb9f444b4c" /><Relationship Type="http://schemas.openxmlformats.org/officeDocument/2006/relationships/image" Target="/ppt/media/image10.png" Id="R101fbc2fa6884dc0" /><Relationship Type="http://schemas.openxmlformats.org/officeDocument/2006/relationships/image" Target="/ppt/media/image11.png" Id="R71227bb51da24ebe" /><Relationship Type="http://schemas.openxmlformats.org/officeDocument/2006/relationships/image" Target="/ppt/media/image2.svg" Id="R84ff75a199674e7b" /><Relationship Type="http://schemas.openxmlformats.org/officeDocument/2006/relationships/notesSlide" Target="/ppt/notesSlides/notesSlide10.xml" Id="R4fde612b38bc42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0a7752dbcd946a4" /><Relationship Type="http://schemas.openxmlformats.org/officeDocument/2006/relationships/image" Target="/ppt/media/image12.png" Id="Rffa20c5f11134645" /><Relationship Type="http://schemas.openxmlformats.org/officeDocument/2006/relationships/image" Target="/ppt/media/image3.svg" Id="Rde22b8ead7554076" /><Relationship Type="http://schemas.openxmlformats.org/officeDocument/2006/relationships/notesSlide" Target="/ppt/notesSlides/notesSlide11.xml" Id="Re423adb48fbc4b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1cf9b326ed4e6c" /><Relationship Type="http://schemas.openxmlformats.org/officeDocument/2006/relationships/notesSlide" Target="/ppt/notesSlides/notesSlide12.xml" Id="R0407cbb26cad42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ed17818a5a4a62" /><Relationship Type="http://schemas.openxmlformats.org/officeDocument/2006/relationships/notesSlide" Target="/ppt/notesSlides/notesSlide13.xml" Id="R10ed379be6d241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0017590aba44f3" /><Relationship Type="http://schemas.openxmlformats.org/officeDocument/2006/relationships/notesSlide" Target="/ppt/notesSlides/notesSlide14.xml" Id="R7968b14962354c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0e2b7ec28964ed7" /><Relationship Type="http://schemas.openxmlformats.org/officeDocument/2006/relationships/notesSlide" Target="/ppt/notesSlides/notesSlide15.xml" Id="R6f5e5a3ae67c4d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67464d388f04fdf" /><Relationship Type="http://schemas.openxmlformats.org/officeDocument/2006/relationships/image" Target="/ppt/media/image13.png" Id="R582cb3a6f12c42d1" /><Relationship Type="http://schemas.openxmlformats.org/officeDocument/2006/relationships/image" Target="/ppt/media/image14.png" Id="Rb46aaefc6a3b4687" /><Relationship Type="http://schemas.openxmlformats.org/officeDocument/2006/relationships/image" Target="/ppt/media/image15.png" Id="R86512019e3ae4206" /><Relationship Type="http://schemas.openxmlformats.org/officeDocument/2006/relationships/image" Target="/ppt/media/image16.png" Id="Rb2c00afe8f814317" /><Relationship Type="http://schemas.openxmlformats.org/officeDocument/2006/relationships/image" Target="/ppt/media/image17.png" Id="R80bf7ff654714dfc" /><Relationship Type="http://schemas.openxmlformats.org/officeDocument/2006/relationships/image" Target="/ppt/media/image18.png" Id="R38b08a8e6f564fab" /><Relationship Type="http://schemas.openxmlformats.org/officeDocument/2006/relationships/image" Target="/ppt/media/image4.svg" Id="Rf90f4fb3941d4190" /><Relationship Type="http://schemas.openxmlformats.org/officeDocument/2006/relationships/notesSlide" Target="/ppt/notesSlides/notesSlide16.xml" Id="Rd2741c22285344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efdbac0c8f449ce" /><Relationship Type="http://schemas.openxmlformats.org/officeDocument/2006/relationships/notesSlide" Target="/ppt/notesSlides/notesSlide17.xml" Id="Rb7c874748e9e4b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1287749a334c76" /><Relationship Type="http://schemas.openxmlformats.org/officeDocument/2006/relationships/notesSlide" Target="/ppt/notesSlides/notesSlide18.xml" Id="R088dc1c3d9ac4c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BDB243-479B-4AB9-8C78-FAD6F0440260}"/>
              </a:ext>
            </a:extLst>
          </p:cNvPr>
          <p:cNvSpPr>
            <a:spLocks xmlns:a="http://schemas.openxmlformats.org/drawingml/2006/main" noGrp="1"/>
          </p:cNvSpPr>
          <p:nvPr/>
        </p:nvSpPr>
        <p:spPr>
          <a:xfrm xmlns:a="http://schemas.openxmlformats.org/drawingml/2006/main">
            <a:off x="762000" y="5715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REALIZESOFT</a:t>
            </a:r>
          </a:p>
        </p:txBody>
      </p:sp>
      <p:sp>
        <p:nvSpPr>
          <p:cNvPr id="2" name="">
            <a:extLst xmlns:a="http://schemas.openxmlformats.org/drawingml/2006/main">
              <a:ext uri="{FF2B5EF4-FFF2-40B4-BE49-F238E27FC236}">
                <a16:creationId xmlns:a16="http://schemas.microsoft.com/office/drawing/2014/main" id="{82E5FB0D-E129-49EF-ACC1-31ECF92E85FC}"/>
              </a:ext>
            </a:extLst>
          </p:cNvPr>
          <p:cNvSpPr>
            <a:spLocks xmlns:a="http://schemas.openxmlformats.org/drawingml/2006/main" noGrp="1"/>
          </p:cNvSpPr>
          <p:nvPr/>
        </p:nvSpPr>
        <p:spPr>
          <a:xfrm xmlns:a="http://schemas.openxmlformats.org/drawingml/2006/main">
            <a:off x="781050" y="2476500"/>
            <a:ext cx="819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51C28"/>
                </a:solidFill>
                <a:latin typeface="Malgun Gothic"/>
                <a:ea typeface="Malgun Gothic"/>
                <a:cs typeface="Malgun Gothic"/>
              </a:defRPr>
            </a:defPPr>
            <a:lvl1pPr algn="l">
              <a:defRPr sz="2925" b="0">
                <a:solidFill>
                  <a:srgbClr val="151C28"/>
                </a:solidFill>
                <a:latin typeface="Malgun Gothic"/>
                <a:ea typeface="Malgun Gothic"/>
                <a:cs typeface="Malgun Gothic"/>
              </a:defRPr>
            </a:lvl1pPr>
            <a:lvl2pPr algn="l">
              <a:defRPr sz="2925" b="0">
                <a:solidFill>
                  <a:srgbClr val="151C28"/>
                </a:solidFill>
                <a:latin typeface="Malgun Gothic"/>
                <a:ea typeface="Malgun Gothic"/>
                <a:cs typeface="Malgun Gothic"/>
              </a:defRPr>
            </a:lvl2pPr>
            <a:lvl3pPr algn="l">
              <a:defRPr sz="2925" b="0">
                <a:solidFill>
                  <a:srgbClr val="151C28"/>
                </a:solidFill>
                <a:latin typeface="Malgun Gothic"/>
                <a:ea typeface="Malgun Gothic"/>
                <a:cs typeface="Malgun Gothic"/>
              </a:defRPr>
            </a:lvl3pPr>
            <a:lvl4pPr algn="l">
              <a:defRPr sz="2925" b="0">
                <a:solidFill>
                  <a:srgbClr val="151C28"/>
                </a:solidFill>
                <a:latin typeface="Malgun Gothic"/>
                <a:ea typeface="Malgun Gothic"/>
                <a:cs typeface="Malgun Gothic"/>
              </a:defRPr>
            </a:lvl4pPr>
            <a:lvl5pPr algn="l">
              <a:defRPr sz="2925" b="0">
                <a:solidFill>
                  <a:srgbClr val="151C28"/>
                </a:solidFill>
                <a:latin typeface="Malgun Gothic"/>
                <a:ea typeface="Malgun Gothic"/>
                <a:cs typeface="Malgun Gothic"/>
              </a:defRPr>
            </a:lvl5pPr>
            <a:lvl6pPr algn="l">
              <a:defRPr sz="2925" b="0">
                <a:solidFill>
                  <a:srgbClr val="151C28"/>
                </a:solidFill>
                <a:latin typeface="Malgun Gothic"/>
                <a:ea typeface="Malgun Gothic"/>
                <a:cs typeface="Malgun Gothic"/>
              </a:defRPr>
            </a:lvl6pPr>
            <a:lvl7pPr algn="l">
              <a:defRPr sz="2925" b="0">
                <a:solidFill>
                  <a:srgbClr val="151C28"/>
                </a:solidFill>
                <a:latin typeface="Malgun Gothic"/>
                <a:ea typeface="Malgun Gothic"/>
                <a:cs typeface="Malgun Gothic"/>
              </a:defRPr>
            </a:lvl7pPr>
            <a:lvl8pPr algn="l">
              <a:defRPr sz="2925" b="0">
                <a:solidFill>
                  <a:srgbClr val="151C28"/>
                </a:solidFill>
                <a:latin typeface="Malgun Gothic"/>
                <a:ea typeface="Malgun Gothic"/>
                <a:cs typeface="Malgun Gothic"/>
              </a:defRPr>
            </a:lvl8pPr>
            <a:lvl9pPr algn="l">
              <a:defRPr sz="2925" b="0">
                <a:solidFill>
                  <a:srgbClr val="151C28"/>
                </a:solidFill>
                <a:latin typeface="Malgun Gothic"/>
                <a:ea typeface="Malgun Gothic"/>
                <a:cs typeface="Malgun Gothic"/>
              </a:defRPr>
            </a:lvl9pPr>
          </a:lstStyle>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개인 VTuber·소규모 버추얼팀의</a:t>
            </a:r>
          </a:p>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AI 음악영상 제작 작업대</a:t>
            </a:r>
          </a:p>
        </p:txBody>
      </p:sp>
      <p:sp>
        <p:nvSpPr>
          <p:cNvPr id="3" name="">
            <a:extLst xmlns:a="http://schemas.openxmlformats.org/drawingml/2006/main">
              <a:ext uri="{FF2B5EF4-FFF2-40B4-BE49-F238E27FC236}">
                <a16:creationId xmlns:a16="http://schemas.microsoft.com/office/drawing/2014/main" id="{432A9C23-FFD8-42F3-8DDE-185711716A3C}"/>
              </a:ext>
            </a:extLst>
          </p:cNvPr>
          <p:cNvSpPr>
            <a:spLocks xmlns:a="http://schemas.openxmlformats.org/drawingml/2006/main" noGrp="1"/>
          </p:cNvSpPr>
          <p:nvPr/>
        </p:nvSpPr>
        <p:spPr>
          <a:xfrm xmlns:a="http://schemas.openxmlformats.org/drawingml/2006/main">
            <a:off x="714375" y="3762375"/>
            <a:ext cx="876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450" b="1">
                <a:solidFill>
                  <a:srgbClr val="151C28"/>
                </a:solidFill>
                <a:latin typeface="Malgun Gothic"/>
                <a:ea typeface="Malgun Gothic"/>
                <a:cs typeface="Malgun Gothic"/>
              </a:defRPr>
            </a:defPPr>
            <a:lvl1pPr algn="l">
              <a:defRPr sz="9450" b="1">
                <a:solidFill>
                  <a:srgbClr val="151C28"/>
                </a:solidFill>
                <a:latin typeface="Malgun Gothic"/>
                <a:ea typeface="Malgun Gothic"/>
                <a:cs typeface="Malgun Gothic"/>
              </a:defRPr>
            </a:lvl1pPr>
            <a:lvl2pPr algn="l">
              <a:defRPr sz="9450" b="1">
                <a:solidFill>
                  <a:srgbClr val="151C28"/>
                </a:solidFill>
                <a:latin typeface="Malgun Gothic"/>
                <a:ea typeface="Malgun Gothic"/>
                <a:cs typeface="Malgun Gothic"/>
              </a:defRPr>
            </a:lvl2pPr>
            <a:lvl3pPr algn="l">
              <a:defRPr sz="9450" b="1">
                <a:solidFill>
                  <a:srgbClr val="151C28"/>
                </a:solidFill>
                <a:latin typeface="Malgun Gothic"/>
                <a:ea typeface="Malgun Gothic"/>
                <a:cs typeface="Malgun Gothic"/>
              </a:defRPr>
            </a:lvl3pPr>
            <a:lvl4pPr algn="l">
              <a:defRPr sz="9450" b="1">
                <a:solidFill>
                  <a:srgbClr val="151C28"/>
                </a:solidFill>
                <a:latin typeface="Malgun Gothic"/>
                <a:ea typeface="Malgun Gothic"/>
                <a:cs typeface="Malgun Gothic"/>
              </a:defRPr>
            </a:lvl4pPr>
            <a:lvl5pPr algn="l">
              <a:defRPr sz="9450" b="1">
                <a:solidFill>
                  <a:srgbClr val="151C28"/>
                </a:solidFill>
                <a:latin typeface="Malgun Gothic"/>
                <a:ea typeface="Malgun Gothic"/>
                <a:cs typeface="Malgun Gothic"/>
              </a:defRPr>
            </a:lvl5pPr>
            <a:lvl6pPr algn="l">
              <a:defRPr sz="9450" b="1">
                <a:solidFill>
                  <a:srgbClr val="151C28"/>
                </a:solidFill>
                <a:latin typeface="Malgun Gothic"/>
                <a:ea typeface="Malgun Gothic"/>
                <a:cs typeface="Malgun Gothic"/>
              </a:defRPr>
            </a:lvl6pPr>
            <a:lvl7pPr algn="l">
              <a:defRPr sz="9450" b="1">
                <a:solidFill>
                  <a:srgbClr val="151C28"/>
                </a:solidFill>
                <a:latin typeface="Malgun Gothic"/>
                <a:ea typeface="Malgun Gothic"/>
                <a:cs typeface="Malgun Gothic"/>
              </a:defRPr>
            </a:lvl7pPr>
            <a:lvl8pPr algn="l">
              <a:defRPr sz="9450" b="1">
                <a:solidFill>
                  <a:srgbClr val="151C28"/>
                </a:solidFill>
                <a:latin typeface="Malgun Gothic"/>
                <a:ea typeface="Malgun Gothic"/>
                <a:cs typeface="Malgun Gothic"/>
              </a:defRPr>
            </a:lvl8pPr>
            <a:lvl9pPr algn="l">
              <a:defRPr sz="9450" b="1">
                <a:solidFill>
                  <a:srgbClr val="151C28"/>
                </a:solidFill>
                <a:latin typeface="Malgun Gothic"/>
                <a:ea typeface="Malgun Gothic"/>
                <a:cs typeface="Malgun Gothic"/>
              </a:defRPr>
            </a:lvl9pPr>
          </a:lstStyle>
          <a:p xmlns:a="http://schemas.openxmlformats.org/drawingml/2006/main">
            <a:pPr algn="l">
              <a:defRPr sz="9450" b="1">
                <a:solidFill>
                  <a:srgbClr val="151C28"/>
                </a:solidFill>
                <a:latin typeface="Malgun Gothic"/>
                <a:ea typeface="Malgun Gothic"/>
                <a:cs typeface="Malgun Gothic"/>
              </a:defRPr>
            </a:pPr>
            <a:r>
              <a:rPr sz="9450" b="1">
                <a:solidFill>
                  <a:srgbClr val="151C28"/>
                </a:solidFill>
                <a:latin typeface="Malgun Gothic"/>
                <a:ea typeface="Malgun Gothic"/>
                <a:cs typeface="Malgun Gothic"/>
              </a:rPr>
              <a:t>AETHON</a:t>
            </a:r>
          </a:p>
        </p:txBody>
      </p:sp>
      <p:sp>
        <p:nvSpPr>
          <p:cNvPr id="4" name="">
            <a:extLst xmlns:a="http://schemas.openxmlformats.org/drawingml/2006/main">
              <a:ext uri="{FF2B5EF4-FFF2-40B4-BE49-F238E27FC236}">
                <a16:creationId xmlns:a16="http://schemas.microsoft.com/office/drawing/2014/main" id="{056B188D-7D11-430F-85F3-CFBF8F1C851D}"/>
              </a:ext>
            </a:extLst>
          </p:cNvPr>
          <p:cNvSpPr>
            <a:spLocks xmlns:a="http://schemas.openxmlformats.org/drawingml/2006/main" noGrp="1"/>
          </p:cNvSpPr>
          <p:nvPr/>
        </p:nvSpPr>
        <p:spPr>
          <a:xfrm xmlns:a="http://schemas.openxmlformats.org/drawingml/2006/main">
            <a:off x="800100" y="5372100"/>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6A9A"/>
                </a:solidFill>
                <a:latin typeface="Malgun Gothic"/>
                <a:ea typeface="Malgun Gothic"/>
                <a:cs typeface="Malgun Gothic"/>
              </a:defRPr>
            </a:defPPr>
            <a:lvl1pPr algn="l">
              <a:defRPr sz="2400" b="0">
                <a:solidFill>
                  <a:srgbClr val="126A9A"/>
                </a:solidFill>
                <a:latin typeface="Malgun Gothic"/>
                <a:ea typeface="Malgun Gothic"/>
                <a:cs typeface="Malgun Gothic"/>
              </a:defRPr>
            </a:lvl1pPr>
            <a:lvl2pPr algn="l">
              <a:defRPr sz="2400" b="0">
                <a:solidFill>
                  <a:srgbClr val="126A9A"/>
                </a:solidFill>
                <a:latin typeface="Malgun Gothic"/>
                <a:ea typeface="Malgun Gothic"/>
                <a:cs typeface="Malgun Gothic"/>
              </a:defRPr>
            </a:lvl2pPr>
            <a:lvl3pPr algn="l">
              <a:defRPr sz="2400" b="0">
                <a:solidFill>
                  <a:srgbClr val="126A9A"/>
                </a:solidFill>
                <a:latin typeface="Malgun Gothic"/>
                <a:ea typeface="Malgun Gothic"/>
                <a:cs typeface="Malgun Gothic"/>
              </a:defRPr>
            </a:lvl3pPr>
            <a:lvl4pPr algn="l">
              <a:defRPr sz="2400" b="0">
                <a:solidFill>
                  <a:srgbClr val="126A9A"/>
                </a:solidFill>
                <a:latin typeface="Malgun Gothic"/>
                <a:ea typeface="Malgun Gothic"/>
                <a:cs typeface="Malgun Gothic"/>
              </a:defRPr>
            </a:lvl4pPr>
            <a:lvl5pPr algn="l">
              <a:defRPr sz="2400" b="0">
                <a:solidFill>
                  <a:srgbClr val="126A9A"/>
                </a:solidFill>
                <a:latin typeface="Malgun Gothic"/>
                <a:ea typeface="Malgun Gothic"/>
                <a:cs typeface="Malgun Gothic"/>
              </a:defRPr>
            </a:lvl5pPr>
            <a:lvl6pPr algn="l">
              <a:defRPr sz="2400" b="0">
                <a:solidFill>
                  <a:srgbClr val="126A9A"/>
                </a:solidFill>
                <a:latin typeface="Malgun Gothic"/>
                <a:ea typeface="Malgun Gothic"/>
                <a:cs typeface="Malgun Gothic"/>
              </a:defRPr>
            </a:lvl6pPr>
            <a:lvl7pPr algn="l">
              <a:defRPr sz="2400" b="0">
                <a:solidFill>
                  <a:srgbClr val="126A9A"/>
                </a:solidFill>
                <a:latin typeface="Malgun Gothic"/>
                <a:ea typeface="Malgun Gothic"/>
                <a:cs typeface="Malgun Gothic"/>
              </a:defRPr>
            </a:lvl7pPr>
            <a:lvl8pPr algn="l">
              <a:defRPr sz="2400" b="0">
                <a:solidFill>
                  <a:srgbClr val="126A9A"/>
                </a:solidFill>
                <a:latin typeface="Malgun Gothic"/>
                <a:ea typeface="Malgun Gothic"/>
                <a:cs typeface="Malgun Gothic"/>
              </a:defRPr>
            </a:lvl8pPr>
            <a:lvl9pPr algn="l">
              <a:defRPr sz="2400" b="0">
                <a:solidFill>
                  <a:srgbClr val="126A9A"/>
                </a:solidFill>
                <a:latin typeface="Malgun Gothic"/>
                <a:ea typeface="Malgun Gothic"/>
                <a:cs typeface="Malgun Gothic"/>
              </a:defRPr>
            </a:lvl9pPr>
          </a:lstStyle>
          <a:p xmlns:a="http://schemas.openxmlformats.org/drawingml/2006/main">
            <a:pPr algn="l">
              <a:defRPr sz="2400" b="0">
                <a:solidFill>
                  <a:srgbClr val="126A9A"/>
                </a:solidFill>
                <a:latin typeface="Malgun Gothic"/>
                <a:ea typeface="Malgun Gothic"/>
                <a:cs typeface="Malgun Gothic"/>
              </a:defRPr>
            </a:pPr>
            <a:r>
              <a:rPr sz="2400" b="0">
                <a:solidFill>
                  <a:srgbClr val="126A9A"/>
                </a:solidFill>
                <a:latin typeface="Malgun Gothic"/>
                <a:ea typeface="Malgun Gothic"/>
                <a:cs typeface="Malgun Gothic"/>
              </a:rPr>
              <a:t>한 캐릭터의 다음 음악영상까지</a:t>
            </a:r>
          </a:p>
        </p:txBody>
      </p:sp>
      <p:pic>
        <p:nvPicPr>
          <p:cNvPr id="5" name="">
            <a:extLst xmlns:a="http://schemas.openxmlformats.org/drawingml/2006/main">
              <a:ext uri="{FF2B5EF4-FFF2-40B4-BE49-F238E27FC236}">
                <a16:creationId xmlns:a16="http://schemas.microsoft.com/office/drawing/2014/main" id="{23A0E784-2F56-4558-BE5D-DB947373629C}"/>
              </a:ext>
            </a:extLst>
          </p:cNvPr>
          <p:cNvPicPr>
            <a:picLocks xmlns:a="http://schemas.openxmlformats.org/drawingml/2006/main" noChangeAspect="1"/>
          </p:cNvPicPr>
          <p:nvPr/>
        </p:nvPicPr>
        <p:blipFill>
          <a:blip xmlns:r="http://schemas.openxmlformats.org/officeDocument/2006/relationships" xmlns:a="http://schemas.openxmlformats.org/drawingml/2006/main" r:embed="R015e978bf4ea41b8"/>
          <a:stretch xmlns:a="http://schemas.openxmlformats.org/drawingml/2006/main"/>
        </p:blipFill>
        <p:spPr>
          <a:xfrm xmlns:a="http://schemas.openxmlformats.org/drawingml/2006/main">
            <a:off x="9429750" y="2143125"/>
            <a:ext cx="5048250" cy="5048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046C871-A8C9-4934-B7D7-6F4224476A93}"/>
              </a:ext>
            </a:extLst>
          </p:cNvPr>
          <p:cNvSpPr>
            <a:spLocks xmlns:a="http://schemas.openxmlformats.org/drawingml/2006/main" noGrp="1"/>
          </p:cNvSpPr>
          <p:nvPr/>
        </p:nvSpPr>
        <p:spPr>
          <a:xfrm xmlns:a="http://schemas.openxmlformats.org/drawingml/2006/main">
            <a:off x="800100" y="7143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51C28"/>
                </a:solidFill>
                <a:latin typeface="Malgun Gothic"/>
                <a:ea typeface="Malgun Gothic"/>
                <a:cs typeface="Malgun Gothic"/>
              </a:defRPr>
            </a:defPPr>
            <a:lvl1pPr algn="l">
              <a:defRPr sz="1725" b="0">
                <a:solidFill>
                  <a:srgbClr val="151C28"/>
                </a:solidFill>
                <a:latin typeface="Malgun Gothic"/>
                <a:ea typeface="Malgun Gothic"/>
                <a:cs typeface="Malgun Gothic"/>
              </a:defRPr>
            </a:lvl1pPr>
            <a:lvl2pPr algn="l">
              <a:defRPr sz="1725" b="0">
                <a:solidFill>
                  <a:srgbClr val="151C28"/>
                </a:solidFill>
                <a:latin typeface="Malgun Gothic"/>
                <a:ea typeface="Malgun Gothic"/>
                <a:cs typeface="Malgun Gothic"/>
              </a:defRPr>
            </a:lvl2pPr>
            <a:lvl3pPr algn="l">
              <a:defRPr sz="1725" b="0">
                <a:solidFill>
                  <a:srgbClr val="151C28"/>
                </a:solidFill>
                <a:latin typeface="Malgun Gothic"/>
                <a:ea typeface="Malgun Gothic"/>
                <a:cs typeface="Malgun Gothic"/>
              </a:defRPr>
            </a:lvl3pPr>
            <a:lvl4pPr algn="l">
              <a:defRPr sz="1725" b="0">
                <a:solidFill>
                  <a:srgbClr val="151C28"/>
                </a:solidFill>
                <a:latin typeface="Malgun Gothic"/>
                <a:ea typeface="Malgun Gothic"/>
                <a:cs typeface="Malgun Gothic"/>
              </a:defRPr>
            </a:lvl4pPr>
            <a:lvl5pPr algn="l">
              <a:defRPr sz="1725" b="0">
                <a:solidFill>
                  <a:srgbClr val="151C28"/>
                </a:solidFill>
                <a:latin typeface="Malgun Gothic"/>
                <a:ea typeface="Malgun Gothic"/>
                <a:cs typeface="Malgun Gothic"/>
              </a:defRPr>
            </a:lvl5pPr>
            <a:lvl6pPr algn="l">
              <a:defRPr sz="1725" b="0">
                <a:solidFill>
                  <a:srgbClr val="151C28"/>
                </a:solidFill>
                <a:latin typeface="Malgun Gothic"/>
                <a:ea typeface="Malgun Gothic"/>
                <a:cs typeface="Malgun Gothic"/>
              </a:defRPr>
            </a:lvl6pPr>
            <a:lvl7pPr algn="l">
              <a:defRPr sz="1725" b="0">
                <a:solidFill>
                  <a:srgbClr val="151C28"/>
                </a:solidFill>
                <a:latin typeface="Malgun Gothic"/>
                <a:ea typeface="Malgun Gothic"/>
                <a:cs typeface="Malgun Gothic"/>
              </a:defRPr>
            </a:lvl7pPr>
            <a:lvl8pPr algn="l">
              <a:defRPr sz="1725" b="0">
                <a:solidFill>
                  <a:srgbClr val="151C28"/>
                </a:solidFill>
                <a:latin typeface="Malgun Gothic"/>
                <a:ea typeface="Malgun Gothic"/>
                <a:cs typeface="Malgun Gothic"/>
              </a:defRPr>
            </a:lvl8pPr>
            <a:lvl9pPr algn="l">
              <a:defRPr sz="1725" b="0">
                <a:solidFill>
                  <a:srgbClr val="151C28"/>
                </a:solidFill>
                <a:latin typeface="Malgun Gothic"/>
                <a:ea typeface="Malgun Gothic"/>
                <a:cs typeface="Malgun Gothic"/>
              </a:defRPr>
            </a:lvl9pPr>
          </a:lstStyle>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이성민  RealizeSoft(현실화하는소프트) 대표</a:t>
            </a:r>
          </a:p>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경복대학교 소프트웨어융합학과</a:t>
            </a:r>
          </a:p>
        </p:txBody>
      </p:sp>
      <p:sp>
        <p:nvSpPr>
          <p:cNvPr id="7" name="">
            <a:extLst xmlns:a="http://schemas.openxmlformats.org/drawingml/2006/main">
              <a:ext uri="{FF2B5EF4-FFF2-40B4-BE49-F238E27FC236}">
                <a16:creationId xmlns:a16="http://schemas.microsoft.com/office/drawing/2014/main" id="{27CB56CF-8F0B-47A5-BCA0-F72C0436D6A2}"/>
              </a:ext>
            </a:extLst>
          </p:cNvPr>
          <p:cNvSpPr>
            <a:spLocks xmlns:a="http://schemas.openxmlformats.org/drawingml/2006/main" noGrp="1"/>
          </p:cNvSpPr>
          <p:nvPr/>
        </p:nvSpPr>
        <p:spPr>
          <a:xfrm xmlns:a="http://schemas.openxmlformats.org/drawingml/2006/main">
            <a:off x="800100" y="805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2026 창업아이디어 경진대회</a:t>
            </a:r>
          </a:p>
        </p:txBody>
      </p:sp>
    </p:spTree>
    <p:extLst>
      <p:ext uri="{BB962C8B-B14F-4D97-AF65-F5344CB8AC3E}">
        <p14:creationId xmlns:p14="http://schemas.microsoft.com/office/powerpoint/2010/main" val="6903418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FD60FA-9CBD-4ED4-B6F9-DB52A3173F25}"/>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문제</a:t>
            </a:r>
          </a:p>
        </p:txBody>
      </p:sp>
      <p:sp>
        <p:nvSpPr>
          <p:cNvPr id="2" name="">
            <a:extLst xmlns:a="http://schemas.openxmlformats.org/drawingml/2006/main">
              <a:ext uri="{FF2B5EF4-FFF2-40B4-BE49-F238E27FC236}">
                <a16:creationId xmlns:a16="http://schemas.microsoft.com/office/drawing/2014/main" id="{57096470-CCB3-42F7-8E3D-B3592996CD58}"/>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877F467E-85FE-4D08-B8D1-EE0D2E3A8EFD}"/>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과정의 맥락을 사람이 이어야 합니다</a:t>
            </a:r>
          </a:p>
        </p:txBody>
      </p:sp>
      <p:sp>
        <p:nvSpPr>
          <p:cNvPr id="4" name="">
            <a:extLst xmlns:a="http://schemas.openxmlformats.org/drawingml/2006/main">
              <a:ext uri="{FF2B5EF4-FFF2-40B4-BE49-F238E27FC236}">
                <a16:creationId xmlns:a16="http://schemas.microsoft.com/office/drawing/2014/main" id="{422D3317-4939-4AA2-9241-A479952B6E6F}"/>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30127C4-43C8-4DAE-ABC8-71874E4FD04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공개 제작 사례에 근거한 문제 가설 · 고객 인터뷰 전 / 에덴월드 박디라 인터뷰, 2026.09.17</a:t>
            </a:r>
          </a:p>
        </p:txBody>
      </p:sp>
      <p:sp>
        <p:nvSpPr>
          <p:cNvPr id="6" name="">
            <a:extLst xmlns:a="http://schemas.openxmlformats.org/drawingml/2006/main">
              <a:ext uri="{FF2B5EF4-FFF2-40B4-BE49-F238E27FC236}">
                <a16:creationId xmlns:a16="http://schemas.microsoft.com/office/drawing/2014/main" id="{2EB91CEB-1B95-4716-B39F-7D335D737E59}"/>
              </a:ext>
            </a:extLst>
          </p:cNvPr>
          <p:cNvSpPr>
            <a:spLocks xmlns:a="http://schemas.openxmlformats.org/drawingml/2006/main" noGrp="1"/>
          </p:cNvSpPr>
          <p:nvPr/>
        </p:nvSpPr>
        <p:spPr>
          <a:xfrm xmlns:a="http://schemas.openxmlformats.org/drawingml/2006/main">
            <a:off x="762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4B12626A-A7F4-48F9-8EF3-ABF9F4DC7E1C}"/>
              </a:ext>
            </a:extLst>
          </p:cNvPr>
          <p:cNvSpPr>
            <a:spLocks xmlns:a="http://schemas.openxmlformats.org/drawingml/2006/main" noGrp="1"/>
          </p:cNvSpPr>
          <p:nvPr/>
        </p:nvSpPr>
        <p:spPr>
          <a:xfrm xmlns:a="http://schemas.openxmlformats.org/drawingml/2006/main">
            <a:off x="762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준비</a:t>
            </a:r>
          </a:p>
        </p:txBody>
      </p:sp>
      <p:sp>
        <p:nvSpPr>
          <p:cNvPr id="8" name="">
            <a:extLst xmlns:a="http://schemas.openxmlformats.org/drawingml/2006/main">
              <a:ext uri="{FF2B5EF4-FFF2-40B4-BE49-F238E27FC236}">
                <a16:creationId xmlns:a16="http://schemas.microsoft.com/office/drawing/2014/main" id="{3671E59A-A4E8-41C6-A63E-494FA40AB6B5}"/>
              </a:ext>
            </a:extLst>
          </p:cNvPr>
          <p:cNvSpPr>
            <a:spLocks xmlns:a="http://schemas.openxmlformats.org/drawingml/2006/main" noGrp="1"/>
          </p:cNvSpPr>
          <p:nvPr/>
        </p:nvSpPr>
        <p:spPr>
          <a:xfrm xmlns:a="http://schemas.openxmlformats.org/drawingml/2006/main">
            <a:off x="762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9" name="">
            <a:extLst xmlns:a="http://schemas.openxmlformats.org/drawingml/2006/main">
              <a:ext uri="{FF2B5EF4-FFF2-40B4-BE49-F238E27FC236}">
                <a16:creationId xmlns:a16="http://schemas.microsoft.com/office/drawing/2014/main" id="{C2B65793-67D0-4F1A-A0C8-6135C5FF1FB5}"/>
              </a:ext>
            </a:extLst>
          </p:cNvPr>
          <p:cNvSpPr>
            <a:spLocks xmlns:a="http://schemas.openxmlformats.org/drawingml/2006/main" noGrp="1"/>
          </p:cNvSpPr>
          <p:nvPr/>
        </p:nvSpPr>
        <p:spPr>
          <a:xfrm xmlns:a="http://schemas.openxmlformats.org/drawingml/2006/main">
            <a:off x="55245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DD87CBAD-7515-4B34-AF5B-CED2F4315BED}"/>
              </a:ext>
            </a:extLst>
          </p:cNvPr>
          <p:cNvSpPr>
            <a:spLocks xmlns:a="http://schemas.openxmlformats.org/drawingml/2006/main" noGrp="1"/>
          </p:cNvSpPr>
          <p:nvPr/>
        </p:nvSpPr>
        <p:spPr>
          <a:xfrm xmlns:a="http://schemas.openxmlformats.org/drawingml/2006/main">
            <a:off x="55245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제작</a:t>
            </a:r>
          </a:p>
        </p:txBody>
      </p:sp>
      <p:sp>
        <p:nvSpPr>
          <p:cNvPr id="11" name="">
            <a:extLst xmlns:a="http://schemas.openxmlformats.org/drawingml/2006/main">
              <a:ext uri="{FF2B5EF4-FFF2-40B4-BE49-F238E27FC236}">
                <a16:creationId xmlns:a16="http://schemas.microsoft.com/office/drawing/2014/main" id="{FB55B874-FD3C-4849-BF1F-FD0A8597D9CB}"/>
              </a:ext>
            </a:extLst>
          </p:cNvPr>
          <p:cNvSpPr>
            <a:spLocks xmlns:a="http://schemas.openxmlformats.org/drawingml/2006/main" noGrp="1"/>
          </p:cNvSpPr>
          <p:nvPr/>
        </p:nvSpPr>
        <p:spPr>
          <a:xfrm xmlns:a="http://schemas.openxmlformats.org/drawingml/2006/main">
            <a:off x="55245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2" name="">
            <a:extLst xmlns:a="http://schemas.openxmlformats.org/drawingml/2006/main">
              <a:ext uri="{FF2B5EF4-FFF2-40B4-BE49-F238E27FC236}">
                <a16:creationId xmlns:a16="http://schemas.microsoft.com/office/drawing/2014/main" id="{EE081DA0-D790-42C7-8A48-40CAA82D92FD}"/>
              </a:ext>
            </a:extLst>
          </p:cNvPr>
          <p:cNvSpPr>
            <a:spLocks xmlns:a="http://schemas.openxmlformats.org/drawingml/2006/main" noGrp="1"/>
          </p:cNvSpPr>
          <p:nvPr/>
        </p:nvSpPr>
        <p:spPr>
          <a:xfrm xmlns:a="http://schemas.openxmlformats.org/drawingml/2006/main">
            <a:off x="10287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CD0F496A-F516-48AA-A5AA-93C3BFFB4564}"/>
              </a:ext>
            </a:extLst>
          </p:cNvPr>
          <p:cNvSpPr>
            <a:spLocks xmlns:a="http://schemas.openxmlformats.org/drawingml/2006/main" noGrp="1"/>
          </p:cNvSpPr>
          <p:nvPr/>
        </p:nvSpPr>
        <p:spPr>
          <a:xfrm xmlns:a="http://schemas.openxmlformats.org/drawingml/2006/main">
            <a:off x="10287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검토</a:t>
            </a:r>
          </a:p>
        </p:txBody>
      </p:sp>
      <p:sp>
        <p:nvSpPr>
          <p:cNvPr id="14" name="">
            <a:extLst xmlns:a="http://schemas.openxmlformats.org/drawingml/2006/main">
              <a:ext uri="{FF2B5EF4-FFF2-40B4-BE49-F238E27FC236}">
                <a16:creationId xmlns:a16="http://schemas.microsoft.com/office/drawing/2014/main" id="{E6A98692-18CE-44F3-9178-92B8AB106B0C}"/>
              </a:ext>
            </a:extLst>
          </p:cNvPr>
          <p:cNvSpPr>
            <a:spLocks xmlns:a="http://schemas.openxmlformats.org/drawingml/2006/main" noGrp="1"/>
          </p:cNvSpPr>
          <p:nvPr/>
        </p:nvSpPr>
        <p:spPr>
          <a:xfrm xmlns:a="http://schemas.openxmlformats.org/drawingml/2006/main">
            <a:off x="10287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5D29D6C1-C697-4A13-A739-40D317215952}"/>
              </a:ext>
            </a:extLst>
          </p:cNvPr>
          <p:cNvSpPr>
            <a:spLocks xmlns:a="http://schemas.openxmlformats.org/drawingml/2006/main" noGrp="1"/>
          </p:cNvSpPr>
          <p:nvPr/>
        </p:nvSpPr>
        <p:spPr>
          <a:xfrm xmlns:a="http://schemas.openxmlformats.org/drawingml/2006/main">
            <a:off x="762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음원과 IP 설정</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참고 자료를 모으고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제작 의도를 전달</a:t>
            </a:r>
          </a:p>
        </p:txBody>
      </p:sp>
      <p:sp>
        <p:nvSpPr>
          <p:cNvPr id="16" name="">
            <a:extLst xmlns:a="http://schemas.openxmlformats.org/drawingml/2006/main">
              <a:ext uri="{FF2B5EF4-FFF2-40B4-BE49-F238E27FC236}">
                <a16:creationId xmlns:a16="http://schemas.microsoft.com/office/drawing/2014/main" id="{B5E74985-AF65-473F-B4C3-3574D95BD6F3}"/>
              </a:ext>
            </a:extLst>
          </p:cNvPr>
          <p:cNvSpPr>
            <a:spLocks xmlns:a="http://schemas.openxmlformats.org/drawingml/2006/main" noGrp="1"/>
          </p:cNvSpPr>
          <p:nvPr/>
        </p:nvSpPr>
        <p:spPr>
          <a:xfrm xmlns:a="http://schemas.openxmlformats.org/drawingml/2006/main">
            <a:off x="55245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기획·생성·편집 사이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파일과 설정을 이동</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장면별 결과를 선택</a:t>
            </a:r>
          </a:p>
        </p:txBody>
      </p:sp>
      <p:sp>
        <p:nvSpPr>
          <p:cNvPr id="17" name="">
            <a:extLst xmlns:a="http://schemas.openxmlformats.org/drawingml/2006/main">
              <a:ext uri="{FF2B5EF4-FFF2-40B4-BE49-F238E27FC236}">
                <a16:creationId xmlns:a16="http://schemas.microsoft.com/office/drawing/2014/main" id="{F8D9F843-BD4D-4960-81A0-93A5224B9CC1}"/>
              </a:ext>
            </a:extLst>
          </p:cNvPr>
          <p:cNvSpPr>
            <a:spLocks xmlns:a="http://schemas.openxmlformats.org/drawingml/2006/main" noGrp="1"/>
          </p:cNvSpPr>
          <p:nvPr/>
        </p:nvSpPr>
        <p:spPr>
          <a:xfrm xmlns:a="http://schemas.openxmlformats.org/drawingml/2006/main">
            <a:off x="10287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수정 이유를 전달</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승인한 버전을 찾고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다음 제작에 재사용</a:t>
            </a:r>
          </a:p>
        </p:txBody>
      </p:sp>
      <p:cxnSp>
        <p:nvCxnSpPr>
          <p:cNvPr id="18" name="">
            <a:extLst xmlns:a="http://schemas.openxmlformats.org/drawingml/2006/main">
              <a:ext uri="{FF2B5EF4-FFF2-40B4-BE49-F238E27FC236}">
                <a16:creationId xmlns:a16="http://schemas.microsoft.com/office/drawing/2014/main" id="{464B1D85-6A0E-4198-8958-13577A397135}"/>
              </a:ext>
            </a:extLst>
          </p:cNvPr>
          <p:cNvCxnSpPr/>
          <p:nvPr/>
        </p:nvCxnSpPr>
        <p:spPr>
          <a:xfrm xmlns:a="http://schemas.openxmlformats.org/drawingml/2006/main" flipH="0" flipV="0">
            <a:off x="47625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0A72357D-0AC3-4353-8D8C-A8597B25F517}"/>
              </a:ext>
            </a:extLst>
          </p:cNvPr>
          <p:cNvCxnSpPr/>
          <p:nvPr/>
        </p:nvCxnSpPr>
        <p:spPr>
          <a:xfrm xmlns:a="http://schemas.openxmlformats.org/drawingml/2006/main" flipH="0" flipV="0">
            <a:off x="95250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0" name="">
            <a:extLst xmlns:a="http://schemas.openxmlformats.org/drawingml/2006/main">
              <a:ext uri="{FF2B5EF4-FFF2-40B4-BE49-F238E27FC236}">
                <a16:creationId xmlns:a16="http://schemas.microsoft.com/office/drawing/2014/main" id="{9CD2F8DB-D035-4D2E-A857-2A6E3E7130A5}"/>
              </a:ext>
            </a:extLst>
          </p:cNvPr>
          <p:cNvSpPr>
            <a:spLocks xmlns:a="http://schemas.openxmlformats.org/drawingml/2006/main" noGrp="1"/>
          </p:cNvSpPr>
          <p:nvPr/>
        </p:nvSpPr>
        <p:spPr>
          <a:xfrm xmlns:a="http://schemas.openxmlformats.org/drawingml/2006/main">
            <a:off x="762000" y="68675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51C28"/>
                </a:solidFill>
                <a:latin typeface="Malgun Gothic"/>
                <a:ea typeface="Malgun Gothic"/>
                <a:cs typeface="Malgun Gothic"/>
              </a:defRPr>
            </a:defPPr>
            <a:lvl1pPr algn="l">
              <a:defRPr sz="2775" b="1">
                <a:solidFill>
                  <a:srgbClr val="151C28"/>
                </a:solidFill>
                <a:latin typeface="Malgun Gothic"/>
                <a:ea typeface="Malgun Gothic"/>
                <a:cs typeface="Malgun Gothic"/>
              </a:defRPr>
            </a:lvl1pPr>
            <a:lvl2pPr algn="l">
              <a:defRPr sz="2775" b="1">
                <a:solidFill>
                  <a:srgbClr val="151C28"/>
                </a:solidFill>
                <a:latin typeface="Malgun Gothic"/>
                <a:ea typeface="Malgun Gothic"/>
                <a:cs typeface="Malgun Gothic"/>
              </a:defRPr>
            </a:lvl2pPr>
            <a:lvl3pPr algn="l">
              <a:defRPr sz="2775" b="1">
                <a:solidFill>
                  <a:srgbClr val="151C28"/>
                </a:solidFill>
                <a:latin typeface="Malgun Gothic"/>
                <a:ea typeface="Malgun Gothic"/>
                <a:cs typeface="Malgun Gothic"/>
              </a:defRPr>
            </a:lvl3pPr>
            <a:lvl4pPr algn="l">
              <a:defRPr sz="2775" b="1">
                <a:solidFill>
                  <a:srgbClr val="151C28"/>
                </a:solidFill>
                <a:latin typeface="Malgun Gothic"/>
                <a:ea typeface="Malgun Gothic"/>
                <a:cs typeface="Malgun Gothic"/>
              </a:defRPr>
            </a:lvl4pPr>
            <a:lvl5pPr algn="l">
              <a:defRPr sz="2775" b="1">
                <a:solidFill>
                  <a:srgbClr val="151C28"/>
                </a:solidFill>
                <a:latin typeface="Malgun Gothic"/>
                <a:ea typeface="Malgun Gothic"/>
                <a:cs typeface="Malgun Gothic"/>
              </a:defRPr>
            </a:lvl5pPr>
            <a:lvl6pPr algn="l">
              <a:defRPr sz="2775" b="1">
                <a:solidFill>
                  <a:srgbClr val="151C28"/>
                </a:solidFill>
                <a:latin typeface="Malgun Gothic"/>
                <a:ea typeface="Malgun Gothic"/>
                <a:cs typeface="Malgun Gothic"/>
              </a:defRPr>
            </a:lvl6pPr>
            <a:lvl7pPr algn="l">
              <a:defRPr sz="2775" b="1">
                <a:solidFill>
                  <a:srgbClr val="151C28"/>
                </a:solidFill>
                <a:latin typeface="Malgun Gothic"/>
                <a:ea typeface="Malgun Gothic"/>
                <a:cs typeface="Malgun Gothic"/>
              </a:defRPr>
            </a:lvl7pPr>
            <a:lvl8pPr algn="l">
              <a:defRPr sz="2775" b="1">
                <a:solidFill>
                  <a:srgbClr val="151C28"/>
                </a:solidFill>
                <a:latin typeface="Malgun Gothic"/>
                <a:ea typeface="Malgun Gothic"/>
                <a:cs typeface="Malgun Gothic"/>
              </a:defRPr>
            </a:lvl8pPr>
            <a:lvl9pPr algn="l">
              <a:defRPr sz="2775" b="1">
                <a:solidFill>
                  <a:srgbClr val="151C28"/>
                </a:solidFill>
                <a:latin typeface="Malgun Gothic"/>
                <a:ea typeface="Malgun Gothic"/>
                <a:cs typeface="Malgun Gothic"/>
              </a:defRPr>
            </a:lvl9pPr>
          </a:lstStyle>
          <a:p xmlns:a="http://schemas.openxmlformats.org/drawingml/2006/main">
            <a:pPr algn="l">
              <a:defRPr sz="2775" b="1">
                <a:solidFill>
                  <a:srgbClr val="151C28"/>
                </a:solidFill>
                <a:latin typeface="Malgun Gothic"/>
                <a:ea typeface="Malgun Gothic"/>
                <a:cs typeface="Malgun Gothic"/>
              </a:defRPr>
            </a:pPr>
            <a:r>
              <a:rPr sz="2775" b="1">
                <a:solidFill>
                  <a:srgbClr val="151C28"/>
                </a:solidFill>
                <a:latin typeface="Malgun Gothic"/>
                <a:ea typeface="Malgun Gothic"/>
                <a:cs typeface="Malgun Gothic"/>
              </a:rPr>
              <a:t>곡이 바뀌어도, 캐릭터와 선택의 맥락은 이어져야 합니다</a:t>
            </a:r>
          </a:p>
        </p:txBody>
      </p:sp>
    </p:spTree>
    <p:extLst>
      <p:ext uri="{BB962C8B-B14F-4D97-AF65-F5344CB8AC3E}">
        <p14:creationId xmlns:p14="http://schemas.microsoft.com/office/powerpoint/2010/main" val="5213671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F86259-2E44-4FC5-9F32-FF751E35BC6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타깃</a:t>
            </a:r>
          </a:p>
        </p:txBody>
      </p:sp>
      <p:sp>
        <p:nvSpPr>
          <p:cNvPr id="2" name="">
            <a:extLst xmlns:a="http://schemas.openxmlformats.org/drawingml/2006/main">
              <a:ext uri="{FF2B5EF4-FFF2-40B4-BE49-F238E27FC236}">
                <a16:creationId xmlns:a16="http://schemas.microsoft.com/office/drawing/2014/main" id="{5E9A0318-306D-4EC1-9C3A-FFB153A5C725}"/>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16D7BEC5-6556-4EC3-AECE-AB42C61BE35F}"/>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왜 개인 VTuber·소규모팀부터 시작하나요?</a:t>
            </a:r>
          </a:p>
        </p:txBody>
      </p:sp>
      <p:sp>
        <p:nvSpPr>
          <p:cNvPr id="4" name="">
            <a:extLst xmlns:a="http://schemas.openxmlformats.org/drawingml/2006/main">
              <a:ext uri="{FF2B5EF4-FFF2-40B4-BE49-F238E27FC236}">
                <a16:creationId xmlns:a16="http://schemas.microsoft.com/office/drawing/2014/main" id="{0AE8AC02-92DF-4DF1-ACF0-86FD19068E88}"/>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280C94E4-EE34-475D-AA19-A7D1BB50FE46}"/>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출처: 에덴월드 공개 인터뷰, 스텔라이브 MUSIC, 밍글스튜디오 서비스 안내 / 2026.10.27 확인</a:t>
            </a:r>
          </a:p>
        </p:txBody>
      </p:sp>
      <p:sp>
        <p:nvSpPr>
          <p:cNvPr id="6" name="">
            <a:extLst xmlns:a="http://schemas.openxmlformats.org/drawingml/2006/main">
              <a:ext uri="{FF2B5EF4-FFF2-40B4-BE49-F238E27FC236}">
                <a16:creationId xmlns:a16="http://schemas.microsoft.com/office/drawing/2014/main" id="{1C71CFC8-6AF8-49E0-A705-7FA2D068944D}"/>
              </a:ext>
            </a:extLst>
          </p:cNvPr>
          <p:cNvSpPr>
            <a:spLocks xmlns:a="http://schemas.openxmlformats.org/drawingml/2006/main" noGrp="1"/>
          </p:cNvSpPr>
          <p:nvPr/>
        </p:nvSpPr>
        <p:spPr>
          <a:xfrm xmlns:a="http://schemas.openxmlformats.org/drawingml/2006/main">
            <a:off x="762000" y="2476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DE5EEF90-B180-4217-A232-EBC1ED56390B}"/>
              </a:ext>
            </a:extLst>
          </p:cNvPr>
          <p:cNvSpPr>
            <a:spLocks xmlns:a="http://schemas.openxmlformats.org/drawingml/2006/main" noGrp="1"/>
          </p:cNvSpPr>
          <p:nvPr/>
        </p:nvSpPr>
        <p:spPr>
          <a:xfrm xmlns:a="http://schemas.openxmlformats.org/drawingml/2006/main">
            <a:off x="1685925" y="24098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같은 IP의 반복 제작</a:t>
            </a:r>
          </a:p>
        </p:txBody>
      </p:sp>
      <p:sp>
        <p:nvSpPr>
          <p:cNvPr id="8" name="">
            <a:extLst xmlns:a="http://schemas.openxmlformats.org/drawingml/2006/main">
              <a:ext uri="{FF2B5EF4-FFF2-40B4-BE49-F238E27FC236}">
                <a16:creationId xmlns:a16="http://schemas.microsoft.com/office/drawing/2014/main" id="{879DD2B5-0D78-49B7-96F0-1D975758F080}"/>
              </a:ext>
            </a:extLst>
          </p:cNvPr>
          <p:cNvSpPr>
            <a:spLocks xmlns:a="http://schemas.openxmlformats.org/drawingml/2006/main" noGrp="1"/>
          </p:cNvSpPr>
          <p:nvPr/>
        </p:nvSpPr>
        <p:spPr>
          <a:xfrm xmlns:a="http://schemas.openxmlformats.org/drawingml/2006/main">
            <a:off x="1685925" y="300037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커버곡과 오리지널곡을 이어 내는 공개 사례</a:t>
            </a:r>
          </a:p>
        </p:txBody>
      </p:sp>
      <p:sp>
        <p:nvSpPr>
          <p:cNvPr id="9" name="">
            <a:extLst xmlns:a="http://schemas.openxmlformats.org/drawingml/2006/main">
              <a:ext uri="{FF2B5EF4-FFF2-40B4-BE49-F238E27FC236}">
                <a16:creationId xmlns:a16="http://schemas.microsoft.com/office/drawing/2014/main" id="{A506B6E0-61B1-4428-82CF-C47A53F832BB}"/>
              </a:ext>
            </a:extLst>
          </p:cNvPr>
          <p:cNvSpPr>
            <a:spLocks xmlns:a="http://schemas.openxmlformats.org/drawingml/2006/main" noGrp="1"/>
          </p:cNvSpPr>
          <p:nvPr/>
        </p:nvSpPr>
        <p:spPr>
          <a:xfrm xmlns:a="http://schemas.openxmlformats.org/drawingml/2006/main">
            <a:off x="762000" y="3952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1E50329C-4944-4A3E-97C6-7E9CC4F5BB6D}"/>
              </a:ext>
            </a:extLst>
          </p:cNvPr>
          <p:cNvSpPr>
            <a:spLocks xmlns:a="http://schemas.openxmlformats.org/drawingml/2006/main" noGrp="1"/>
          </p:cNvSpPr>
          <p:nvPr/>
        </p:nvSpPr>
        <p:spPr>
          <a:xfrm xmlns:a="http://schemas.openxmlformats.org/drawingml/2006/main">
            <a:off x="1685925" y="38862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운영자에게 모이는 조율</a:t>
            </a:r>
          </a:p>
        </p:txBody>
      </p:sp>
      <p:sp>
        <p:nvSpPr>
          <p:cNvPr id="11" name="">
            <a:extLst xmlns:a="http://schemas.openxmlformats.org/drawingml/2006/main">
              <a:ext uri="{FF2B5EF4-FFF2-40B4-BE49-F238E27FC236}">
                <a16:creationId xmlns:a16="http://schemas.microsoft.com/office/drawing/2014/main" id="{8CF78E90-3AFC-4784-8837-F53312D9CE0F}"/>
              </a:ext>
            </a:extLst>
          </p:cNvPr>
          <p:cNvSpPr>
            <a:spLocks xmlns:a="http://schemas.openxmlformats.org/drawingml/2006/main" noGrp="1"/>
          </p:cNvSpPr>
          <p:nvPr/>
        </p:nvSpPr>
        <p:spPr>
          <a:xfrm xmlns:a="http://schemas.openxmlformats.org/drawingml/2006/main">
            <a:off x="1685925" y="44767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음원·외주·레퍼런스·MV·피드백을 연결</a:t>
            </a:r>
          </a:p>
        </p:txBody>
      </p:sp>
      <p:sp>
        <p:nvSpPr>
          <p:cNvPr id="12" name="">
            <a:extLst xmlns:a="http://schemas.openxmlformats.org/drawingml/2006/main">
              <a:ext uri="{FF2B5EF4-FFF2-40B4-BE49-F238E27FC236}">
                <a16:creationId xmlns:a16="http://schemas.microsoft.com/office/drawing/2014/main" id="{6D07EA57-62A2-450F-B6C5-A4867E9F9C0C}"/>
              </a:ext>
            </a:extLst>
          </p:cNvPr>
          <p:cNvSpPr>
            <a:spLocks xmlns:a="http://schemas.openxmlformats.org/drawingml/2006/main" noGrp="1"/>
          </p:cNvSpPr>
          <p:nvPr/>
        </p:nvSpPr>
        <p:spPr>
          <a:xfrm xmlns:a="http://schemas.openxmlformats.org/drawingml/2006/main">
            <a:off x="762000" y="5429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64072495-28DD-4C90-BE9F-37D196E61A3A}"/>
              </a:ext>
            </a:extLst>
          </p:cNvPr>
          <p:cNvSpPr>
            <a:spLocks xmlns:a="http://schemas.openxmlformats.org/drawingml/2006/main" noGrp="1"/>
          </p:cNvSpPr>
          <p:nvPr/>
        </p:nvSpPr>
        <p:spPr>
          <a:xfrm xmlns:a="http://schemas.openxmlformats.org/drawingml/2006/main">
            <a:off x="1685925" y="5362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제품과 맞는 검증 단위</a:t>
            </a:r>
          </a:p>
        </p:txBody>
      </p:sp>
      <p:sp>
        <p:nvSpPr>
          <p:cNvPr id="14" name="">
            <a:extLst xmlns:a="http://schemas.openxmlformats.org/drawingml/2006/main">
              <a:ext uri="{FF2B5EF4-FFF2-40B4-BE49-F238E27FC236}">
                <a16:creationId xmlns:a16="http://schemas.microsoft.com/office/drawing/2014/main" id="{4AD7ADA7-6BD6-458B-84C7-A6D3064B9A1C}"/>
              </a:ext>
            </a:extLst>
          </p:cNvPr>
          <p:cNvSpPr>
            <a:spLocks xmlns:a="http://schemas.openxmlformats.org/drawingml/2006/main" noGrp="1"/>
          </p:cNvSpPr>
          <p:nvPr/>
        </p:nvSpPr>
        <p:spPr>
          <a:xfrm xmlns:a="http://schemas.openxmlformats.org/drawingml/2006/main">
            <a:off x="1685925" y="595312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한 곡의 기획부터 승인, 다음 곡의 설정 재사용</a:t>
            </a:r>
          </a:p>
        </p:txBody>
      </p:sp>
      <p:sp>
        <p:nvSpPr>
          <p:cNvPr id="15" name="">
            <a:extLst xmlns:a="http://schemas.openxmlformats.org/drawingml/2006/main">
              <a:ext uri="{FF2B5EF4-FFF2-40B4-BE49-F238E27FC236}">
                <a16:creationId xmlns:a16="http://schemas.microsoft.com/office/drawing/2014/main" id="{FEF7E6C4-A23E-4705-AE06-85C7AA5145F8}"/>
              </a:ext>
            </a:extLst>
          </p:cNvPr>
          <p:cNvSpPr>
            <a:spLocks xmlns:a="http://schemas.openxmlformats.org/drawingml/2006/main" noGrp="1"/>
          </p:cNvSpPr>
          <p:nvPr/>
        </p:nvSpPr>
        <p:spPr>
          <a:xfrm xmlns:a="http://schemas.openxmlformats.org/drawingml/2006/main">
            <a:off x="9572625" y="2428875"/>
            <a:ext cx="0" cy="4095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02785A82-F579-41F0-99AE-3F475AE821B8}"/>
              </a:ext>
            </a:extLst>
          </p:cNvPr>
          <p:cNvSpPr>
            <a:spLocks xmlns:a="http://schemas.openxmlformats.org/drawingml/2006/main" noGrp="1"/>
          </p:cNvSpPr>
          <p:nvPr/>
        </p:nvSpPr>
        <p:spPr>
          <a:xfrm xmlns:a="http://schemas.openxmlformats.org/drawingml/2006/main">
            <a:off x="10096500" y="247650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국내 전문 제작의 견적 사례</a:t>
            </a:r>
          </a:p>
        </p:txBody>
      </p:sp>
      <p:sp>
        <p:nvSpPr>
          <p:cNvPr id="17" name="">
            <a:extLst xmlns:a="http://schemas.openxmlformats.org/drawingml/2006/main">
              <a:ext uri="{FF2B5EF4-FFF2-40B4-BE49-F238E27FC236}">
                <a16:creationId xmlns:a16="http://schemas.microsoft.com/office/drawing/2014/main" id="{6857E3D6-2A30-4DC3-B49D-535A03790601}"/>
              </a:ext>
            </a:extLst>
          </p:cNvPr>
          <p:cNvSpPr>
            <a:spLocks xmlns:a="http://schemas.openxmlformats.org/drawingml/2006/main" noGrp="1"/>
          </p:cNvSpPr>
          <p:nvPr/>
        </p:nvSpPr>
        <p:spPr>
          <a:xfrm xmlns:a="http://schemas.openxmlformats.org/drawingml/2006/main">
            <a:off x="10020300" y="348615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26A9A"/>
                </a:solidFill>
                <a:latin typeface="Malgun Gothic"/>
                <a:ea typeface="Malgun Gothic"/>
                <a:cs typeface="Malgun Gothic"/>
              </a:defRPr>
            </a:defPPr>
            <a:lvl1pPr algn="l">
              <a:defRPr sz="5250" b="1">
                <a:solidFill>
                  <a:srgbClr val="126A9A"/>
                </a:solidFill>
                <a:latin typeface="Malgun Gothic"/>
                <a:ea typeface="Malgun Gothic"/>
                <a:cs typeface="Malgun Gothic"/>
              </a:defRPr>
            </a:lvl1pPr>
            <a:lvl2pPr algn="l">
              <a:defRPr sz="5250" b="1">
                <a:solidFill>
                  <a:srgbClr val="126A9A"/>
                </a:solidFill>
                <a:latin typeface="Malgun Gothic"/>
                <a:ea typeface="Malgun Gothic"/>
                <a:cs typeface="Malgun Gothic"/>
              </a:defRPr>
            </a:lvl2pPr>
            <a:lvl3pPr algn="l">
              <a:defRPr sz="5250" b="1">
                <a:solidFill>
                  <a:srgbClr val="126A9A"/>
                </a:solidFill>
                <a:latin typeface="Malgun Gothic"/>
                <a:ea typeface="Malgun Gothic"/>
                <a:cs typeface="Malgun Gothic"/>
              </a:defRPr>
            </a:lvl3pPr>
            <a:lvl4pPr algn="l">
              <a:defRPr sz="5250" b="1">
                <a:solidFill>
                  <a:srgbClr val="126A9A"/>
                </a:solidFill>
                <a:latin typeface="Malgun Gothic"/>
                <a:ea typeface="Malgun Gothic"/>
                <a:cs typeface="Malgun Gothic"/>
              </a:defRPr>
            </a:lvl4pPr>
            <a:lvl5pPr algn="l">
              <a:defRPr sz="5250" b="1">
                <a:solidFill>
                  <a:srgbClr val="126A9A"/>
                </a:solidFill>
                <a:latin typeface="Malgun Gothic"/>
                <a:ea typeface="Malgun Gothic"/>
                <a:cs typeface="Malgun Gothic"/>
              </a:defRPr>
            </a:lvl5pPr>
            <a:lvl6pPr algn="l">
              <a:defRPr sz="5250" b="1">
                <a:solidFill>
                  <a:srgbClr val="126A9A"/>
                </a:solidFill>
                <a:latin typeface="Malgun Gothic"/>
                <a:ea typeface="Malgun Gothic"/>
                <a:cs typeface="Malgun Gothic"/>
              </a:defRPr>
            </a:lvl6pPr>
            <a:lvl7pPr algn="l">
              <a:defRPr sz="5250" b="1">
                <a:solidFill>
                  <a:srgbClr val="126A9A"/>
                </a:solidFill>
                <a:latin typeface="Malgun Gothic"/>
                <a:ea typeface="Malgun Gothic"/>
                <a:cs typeface="Malgun Gothic"/>
              </a:defRPr>
            </a:lvl7pPr>
            <a:lvl8pPr algn="l">
              <a:defRPr sz="5250" b="1">
                <a:solidFill>
                  <a:srgbClr val="126A9A"/>
                </a:solidFill>
                <a:latin typeface="Malgun Gothic"/>
                <a:ea typeface="Malgun Gothic"/>
                <a:cs typeface="Malgun Gothic"/>
              </a:defRPr>
            </a:lvl8pPr>
            <a:lvl9pPr algn="l">
              <a:defRPr sz="5250" b="1">
                <a:solidFill>
                  <a:srgbClr val="126A9A"/>
                </a:solidFill>
                <a:latin typeface="Malgun Gothic"/>
                <a:ea typeface="Malgun Gothic"/>
                <a:cs typeface="Malgun Gothic"/>
              </a:defRPr>
            </a:lvl9pPr>
          </a:lstStyle>
          <a:p xmlns:a="http://schemas.openxmlformats.org/drawingml/2006/main">
            <a:pPr algn="l">
              <a:defRPr sz="5250" b="1">
                <a:solidFill>
                  <a:srgbClr val="126A9A"/>
                </a:solidFill>
                <a:latin typeface="Malgun Gothic"/>
                <a:ea typeface="Malgun Gothic"/>
                <a:cs typeface="Malgun Gothic"/>
              </a:defRPr>
            </a:pPr>
            <a:r>
              <a:rPr sz="5250" b="1">
                <a:solidFill>
                  <a:srgbClr val="126A9A"/>
                </a:solidFill>
                <a:latin typeface="Malgun Gothic"/>
                <a:ea typeface="Malgun Gothic"/>
                <a:cs typeface="Malgun Gothic"/>
              </a:rPr>
              <a:t>200~400</a:t>
            </a:r>
          </a:p>
        </p:txBody>
      </p:sp>
      <p:sp>
        <p:nvSpPr>
          <p:cNvPr id="18" name="">
            <a:extLst xmlns:a="http://schemas.openxmlformats.org/drawingml/2006/main">
              <a:ext uri="{FF2B5EF4-FFF2-40B4-BE49-F238E27FC236}">
                <a16:creationId xmlns:a16="http://schemas.microsoft.com/office/drawing/2014/main" id="{3D518D51-36A4-4B00-B584-816595D04C47}"/>
              </a:ext>
            </a:extLst>
          </p:cNvPr>
          <p:cNvSpPr>
            <a:spLocks xmlns:a="http://schemas.openxmlformats.org/drawingml/2006/main" noGrp="1"/>
          </p:cNvSpPr>
          <p:nvPr/>
        </p:nvSpPr>
        <p:spPr>
          <a:xfrm xmlns:a="http://schemas.openxmlformats.org/drawingml/2006/main">
            <a:off x="10115550" y="44100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51C28"/>
                </a:solidFill>
                <a:latin typeface="Malgun Gothic"/>
                <a:ea typeface="Malgun Gothic"/>
                <a:cs typeface="Malgun Gothic"/>
              </a:defRPr>
            </a:defPPr>
            <a:lvl1pPr algn="l">
              <a:defRPr sz="2625" b="1">
                <a:solidFill>
                  <a:srgbClr val="151C28"/>
                </a:solidFill>
                <a:latin typeface="Malgun Gothic"/>
                <a:ea typeface="Malgun Gothic"/>
                <a:cs typeface="Malgun Gothic"/>
              </a:defRPr>
            </a:lvl1pPr>
            <a:lvl2pPr algn="l">
              <a:defRPr sz="2625" b="1">
                <a:solidFill>
                  <a:srgbClr val="151C28"/>
                </a:solidFill>
                <a:latin typeface="Malgun Gothic"/>
                <a:ea typeface="Malgun Gothic"/>
                <a:cs typeface="Malgun Gothic"/>
              </a:defRPr>
            </a:lvl2pPr>
            <a:lvl3pPr algn="l">
              <a:defRPr sz="2625" b="1">
                <a:solidFill>
                  <a:srgbClr val="151C28"/>
                </a:solidFill>
                <a:latin typeface="Malgun Gothic"/>
                <a:ea typeface="Malgun Gothic"/>
                <a:cs typeface="Malgun Gothic"/>
              </a:defRPr>
            </a:lvl3pPr>
            <a:lvl4pPr algn="l">
              <a:defRPr sz="2625" b="1">
                <a:solidFill>
                  <a:srgbClr val="151C28"/>
                </a:solidFill>
                <a:latin typeface="Malgun Gothic"/>
                <a:ea typeface="Malgun Gothic"/>
                <a:cs typeface="Malgun Gothic"/>
              </a:defRPr>
            </a:lvl4pPr>
            <a:lvl5pPr algn="l">
              <a:defRPr sz="2625" b="1">
                <a:solidFill>
                  <a:srgbClr val="151C28"/>
                </a:solidFill>
                <a:latin typeface="Malgun Gothic"/>
                <a:ea typeface="Malgun Gothic"/>
                <a:cs typeface="Malgun Gothic"/>
              </a:defRPr>
            </a:lvl5pPr>
            <a:lvl6pPr algn="l">
              <a:defRPr sz="2625" b="1">
                <a:solidFill>
                  <a:srgbClr val="151C28"/>
                </a:solidFill>
                <a:latin typeface="Malgun Gothic"/>
                <a:ea typeface="Malgun Gothic"/>
                <a:cs typeface="Malgun Gothic"/>
              </a:defRPr>
            </a:lvl6pPr>
            <a:lvl7pPr algn="l">
              <a:defRPr sz="2625" b="1">
                <a:solidFill>
                  <a:srgbClr val="151C28"/>
                </a:solidFill>
                <a:latin typeface="Malgun Gothic"/>
                <a:ea typeface="Malgun Gothic"/>
                <a:cs typeface="Malgun Gothic"/>
              </a:defRPr>
            </a:lvl7pPr>
            <a:lvl8pPr algn="l">
              <a:defRPr sz="2625" b="1">
                <a:solidFill>
                  <a:srgbClr val="151C28"/>
                </a:solidFill>
                <a:latin typeface="Malgun Gothic"/>
                <a:ea typeface="Malgun Gothic"/>
                <a:cs typeface="Malgun Gothic"/>
              </a:defRPr>
            </a:lvl8pPr>
            <a:lvl9pPr algn="l">
              <a:defRPr sz="2625" b="1">
                <a:solidFill>
                  <a:srgbClr val="151C28"/>
                </a:solidFill>
                <a:latin typeface="Malgun Gothic"/>
                <a:ea typeface="Malgun Gothic"/>
                <a:cs typeface="Malgun Gothic"/>
              </a:defRPr>
            </a:lvl9pPr>
          </a:lstStyle>
          <a:p xmlns:a="http://schemas.openxmlformats.org/drawingml/2006/main">
            <a:pPr algn="l">
              <a:defRPr sz="2625" b="1">
                <a:solidFill>
                  <a:srgbClr val="151C28"/>
                </a:solidFill>
                <a:latin typeface="Malgun Gothic"/>
                <a:ea typeface="Malgun Gothic"/>
                <a:cs typeface="Malgun Gothic"/>
              </a:defRPr>
            </a:pPr>
            <a:r>
              <a:rPr sz="2625" b="1">
                <a:solidFill>
                  <a:srgbClr val="151C28"/>
                </a:solidFill>
                <a:latin typeface="Malgun Gothic"/>
                <a:ea typeface="Malgun Gothic"/>
                <a:cs typeface="Malgun Gothic"/>
              </a:rPr>
              <a:t>만원</a:t>
            </a:r>
          </a:p>
        </p:txBody>
      </p:sp>
      <p:sp>
        <p:nvSpPr>
          <p:cNvPr id="19" name="">
            <a:extLst xmlns:a="http://schemas.openxmlformats.org/drawingml/2006/main">
              <a:ext uri="{FF2B5EF4-FFF2-40B4-BE49-F238E27FC236}">
                <a16:creationId xmlns:a16="http://schemas.microsoft.com/office/drawing/2014/main" id="{83C5C992-5C52-4F09-A34B-BD890BC8209E}"/>
              </a:ext>
            </a:extLst>
          </p:cNvPr>
          <p:cNvSpPr>
            <a:spLocks xmlns:a="http://schemas.openxmlformats.org/drawingml/2006/main" noGrp="1"/>
          </p:cNvSpPr>
          <p:nvPr/>
        </p:nvSpPr>
        <p:spPr>
          <a:xfrm xmlns:a="http://schemas.openxmlformats.org/drawingml/2006/main">
            <a:off x="10115550" y="5324475"/>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프리미엄 MV 예상 견적</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VAT 별도, 범위별 변동</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시장 평균·절감액과 별개</a:t>
            </a:r>
          </a:p>
        </p:txBody>
      </p:sp>
      <p:sp>
        <p:nvSpPr>
          <p:cNvPr id="20" name="">
            <a:extLst xmlns:a="http://schemas.openxmlformats.org/drawingml/2006/main">
              <a:ext uri="{FF2B5EF4-FFF2-40B4-BE49-F238E27FC236}">
                <a16:creationId xmlns:a16="http://schemas.microsoft.com/office/drawing/2014/main" id="{DD07A7E0-8093-4632-A10E-F2046E26BDF5}"/>
              </a:ext>
            </a:extLst>
          </p:cNvPr>
          <p:cNvSpPr>
            <a:spLocks xmlns:a="http://schemas.openxmlformats.org/drawingml/2006/main" noGrp="1"/>
          </p:cNvSpPr>
          <p:nvPr/>
        </p:nvSpPr>
        <p:spPr>
          <a:xfrm xmlns:a="http://schemas.openxmlformats.org/drawingml/2006/main">
            <a:off x="762000" y="723900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초기 타깃 가설  /  실제 반복 사용과 구매 의향은 검증 전</a:t>
            </a:r>
          </a:p>
        </p:txBody>
      </p:sp>
    </p:spTree>
    <p:extLst>
      <p:ext uri="{BB962C8B-B14F-4D97-AF65-F5344CB8AC3E}">
        <p14:creationId xmlns:p14="http://schemas.microsoft.com/office/powerpoint/2010/main" val="11859476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9C3A8DB-0DB2-4753-9F51-93BC89D3F7AD}"/>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해결책</a:t>
            </a:r>
          </a:p>
        </p:txBody>
      </p:sp>
      <p:sp>
        <p:nvSpPr>
          <p:cNvPr id="2" name="">
            <a:extLst xmlns:a="http://schemas.openxmlformats.org/drawingml/2006/main">
              <a:ext uri="{FF2B5EF4-FFF2-40B4-BE49-F238E27FC236}">
                <a16:creationId xmlns:a16="http://schemas.microsoft.com/office/drawing/2014/main" id="{77CF7F6A-8557-45A0-8881-A3D2FC655BD2}"/>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DE63460C-9324-4222-BAAB-09774024E8F7}"/>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복잡한 제작 흐름을 하나의 작업대로</a:t>
            </a:r>
          </a:p>
        </p:txBody>
      </p:sp>
      <p:sp>
        <p:nvSpPr>
          <p:cNvPr id="4" name="">
            <a:extLst xmlns:a="http://schemas.openxmlformats.org/drawingml/2006/main">
              <a:ext uri="{FF2B5EF4-FFF2-40B4-BE49-F238E27FC236}">
                <a16:creationId xmlns:a16="http://schemas.microsoft.com/office/drawing/2014/main" id="{3E6E48A4-36F4-4C43-8337-6000BDFA87BB}"/>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D95C1E2-EC97-4A74-B725-F79D83D2A727}"/>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 구현과 개발 목표를 요약한 사용자 흐름 · 영상 모델 실제 생성 검증 미완료</a:t>
            </a:r>
          </a:p>
        </p:txBody>
      </p:sp>
      <p:sp>
        <p:nvSpPr>
          <p:cNvPr id="6" name="">
            <a:extLst xmlns:a="http://schemas.openxmlformats.org/drawingml/2006/main">
              <a:ext uri="{FF2B5EF4-FFF2-40B4-BE49-F238E27FC236}">
                <a16:creationId xmlns:a16="http://schemas.microsoft.com/office/drawing/2014/main" id="{BF9F91E2-89CD-494A-B5FB-347B3C7AC31B}"/>
              </a:ext>
            </a:extLst>
          </p:cNvPr>
          <p:cNvSpPr>
            <a:spLocks xmlns:a="http://schemas.openxmlformats.org/drawingml/2006/main" noGrp="1"/>
          </p:cNvSpPr>
          <p:nvPr/>
        </p:nvSpPr>
        <p:spPr>
          <a:xfrm xmlns:a="http://schemas.openxmlformats.org/drawingml/2006/main">
            <a:off x="76200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055CDA72-4C8B-43B4-90B1-B9701ACCBBD1}"/>
              </a:ext>
            </a:extLst>
          </p:cNvPr>
          <p:cNvSpPr>
            <a:spLocks xmlns:a="http://schemas.openxmlformats.org/drawingml/2006/main" noGrp="1"/>
          </p:cNvSpPr>
          <p:nvPr/>
        </p:nvSpPr>
        <p:spPr>
          <a:xfrm xmlns:a="http://schemas.openxmlformats.org/drawingml/2006/main">
            <a:off x="100012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01</a:t>
            </a:r>
          </a:p>
        </p:txBody>
      </p:sp>
      <p:sp>
        <p:nvSpPr>
          <p:cNvPr id="8" name="">
            <a:extLst xmlns:a="http://schemas.openxmlformats.org/drawingml/2006/main">
              <a:ext uri="{FF2B5EF4-FFF2-40B4-BE49-F238E27FC236}">
                <a16:creationId xmlns:a16="http://schemas.microsoft.com/office/drawing/2014/main" id="{629E836B-D008-40CA-8A35-80FFC29D8EC9}"/>
              </a:ext>
            </a:extLst>
          </p:cNvPr>
          <p:cNvSpPr>
            <a:spLocks xmlns:a="http://schemas.openxmlformats.org/drawingml/2006/main" noGrp="1"/>
          </p:cNvSpPr>
          <p:nvPr/>
        </p:nvSpPr>
        <p:spPr>
          <a:xfrm xmlns:a="http://schemas.openxmlformats.org/drawingml/2006/main">
            <a:off x="100012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IP·음원 입력</a:t>
            </a:r>
          </a:p>
        </p:txBody>
      </p:sp>
      <p:cxnSp>
        <p:nvCxnSpPr>
          <p:cNvPr id="9" name="">
            <a:extLst xmlns:a="http://schemas.openxmlformats.org/drawingml/2006/main">
              <a:ext uri="{FF2B5EF4-FFF2-40B4-BE49-F238E27FC236}">
                <a16:creationId xmlns:a16="http://schemas.microsoft.com/office/drawing/2014/main" id="{1A3669AC-4809-4A9B-ADD3-E8E620FBFE35}"/>
              </a:ext>
            </a:extLst>
          </p:cNvPr>
          <p:cNvCxnSpPr/>
          <p:nvPr/>
        </p:nvCxnSpPr>
        <p:spPr>
          <a:xfrm xmlns:a="http://schemas.openxmlformats.org/drawingml/2006/main" flipH="0" flipV="0">
            <a:off x="376237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0" name="">
            <a:extLst xmlns:a="http://schemas.openxmlformats.org/drawingml/2006/main">
              <a:ext uri="{FF2B5EF4-FFF2-40B4-BE49-F238E27FC236}">
                <a16:creationId xmlns:a16="http://schemas.microsoft.com/office/drawing/2014/main" id="{CFC705D2-0D29-43FA-8451-CA75F4AEDDD9}"/>
              </a:ext>
            </a:extLst>
          </p:cNvPr>
          <p:cNvSpPr>
            <a:spLocks xmlns:a="http://schemas.openxmlformats.org/drawingml/2006/main" noGrp="1"/>
          </p:cNvSpPr>
          <p:nvPr/>
        </p:nvSpPr>
        <p:spPr>
          <a:xfrm xmlns:a="http://schemas.openxmlformats.org/drawingml/2006/main">
            <a:off x="4333875"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1" name="">
            <a:extLst xmlns:a="http://schemas.openxmlformats.org/drawingml/2006/main">
              <a:ext uri="{FF2B5EF4-FFF2-40B4-BE49-F238E27FC236}">
                <a16:creationId xmlns:a16="http://schemas.microsoft.com/office/drawing/2014/main" id="{819422DE-E83D-42C8-86ED-4F1B25903AEB}"/>
              </a:ext>
            </a:extLst>
          </p:cNvPr>
          <p:cNvSpPr>
            <a:spLocks xmlns:a="http://schemas.openxmlformats.org/drawingml/2006/main" noGrp="1"/>
          </p:cNvSpPr>
          <p:nvPr/>
        </p:nvSpPr>
        <p:spPr>
          <a:xfrm xmlns:a="http://schemas.openxmlformats.org/drawingml/2006/main">
            <a:off x="457200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02</a:t>
            </a:r>
          </a:p>
        </p:txBody>
      </p:sp>
      <p:sp>
        <p:nvSpPr>
          <p:cNvPr id="12" name="">
            <a:extLst xmlns:a="http://schemas.openxmlformats.org/drawingml/2006/main">
              <a:ext uri="{FF2B5EF4-FFF2-40B4-BE49-F238E27FC236}">
                <a16:creationId xmlns:a16="http://schemas.microsoft.com/office/drawing/2014/main" id="{875CF3B0-7BD0-4B44-9EDD-277AD6622EAF}"/>
              </a:ext>
            </a:extLst>
          </p:cNvPr>
          <p:cNvSpPr>
            <a:spLocks xmlns:a="http://schemas.openxmlformats.org/drawingml/2006/main" noGrp="1"/>
          </p:cNvSpPr>
          <p:nvPr/>
        </p:nvSpPr>
        <p:spPr>
          <a:xfrm xmlns:a="http://schemas.openxmlformats.org/drawingml/2006/main">
            <a:off x="457200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AI 기획</a:t>
            </a:r>
          </a:p>
        </p:txBody>
      </p:sp>
      <p:cxnSp>
        <p:nvCxnSpPr>
          <p:cNvPr id="13" name="">
            <a:extLst xmlns:a="http://schemas.openxmlformats.org/drawingml/2006/main">
              <a:ext uri="{FF2B5EF4-FFF2-40B4-BE49-F238E27FC236}">
                <a16:creationId xmlns:a16="http://schemas.microsoft.com/office/drawing/2014/main" id="{038E79C1-1EC1-4B76-A0DF-5D4AC0295DEC}"/>
              </a:ext>
            </a:extLst>
          </p:cNvPr>
          <p:cNvCxnSpPr/>
          <p:nvPr/>
        </p:nvCxnSpPr>
        <p:spPr>
          <a:xfrm xmlns:a="http://schemas.openxmlformats.org/drawingml/2006/main" flipH="0" flipV="0">
            <a:off x="7334250"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CEBA88EE-4EDD-48D4-8763-6067EB8C57A9}"/>
              </a:ext>
            </a:extLst>
          </p:cNvPr>
          <p:cNvSpPr>
            <a:spLocks xmlns:a="http://schemas.openxmlformats.org/drawingml/2006/main" noGrp="1"/>
          </p:cNvSpPr>
          <p:nvPr/>
        </p:nvSpPr>
        <p:spPr>
          <a:xfrm xmlns:a="http://schemas.openxmlformats.org/drawingml/2006/main">
            <a:off x="790575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5" name="">
            <a:extLst xmlns:a="http://schemas.openxmlformats.org/drawingml/2006/main">
              <a:ext uri="{FF2B5EF4-FFF2-40B4-BE49-F238E27FC236}">
                <a16:creationId xmlns:a16="http://schemas.microsoft.com/office/drawing/2014/main" id="{A1B8543A-6205-48B5-8ECF-954D79D40B5B}"/>
              </a:ext>
            </a:extLst>
          </p:cNvPr>
          <p:cNvSpPr>
            <a:spLocks xmlns:a="http://schemas.openxmlformats.org/drawingml/2006/main" noGrp="1"/>
          </p:cNvSpPr>
          <p:nvPr/>
        </p:nvSpPr>
        <p:spPr>
          <a:xfrm xmlns:a="http://schemas.openxmlformats.org/drawingml/2006/main">
            <a:off x="814387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03</a:t>
            </a:r>
          </a:p>
        </p:txBody>
      </p:sp>
      <p:sp>
        <p:nvSpPr>
          <p:cNvPr id="16" name="">
            <a:extLst xmlns:a="http://schemas.openxmlformats.org/drawingml/2006/main">
              <a:ext uri="{FF2B5EF4-FFF2-40B4-BE49-F238E27FC236}">
                <a16:creationId xmlns:a16="http://schemas.microsoft.com/office/drawing/2014/main" id="{6ED1ADF7-7AFE-499D-ADB3-73AEAADE8620}"/>
              </a:ext>
            </a:extLst>
          </p:cNvPr>
          <p:cNvSpPr>
            <a:spLocks xmlns:a="http://schemas.openxmlformats.org/drawingml/2006/main" noGrp="1"/>
          </p:cNvSpPr>
          <p:nvPr/>
        </p:nvSpPr>
        <p:spPr>
          <a:xfrm xmlns:a="http://schemas.openxmlformats.org/drawingml/2006/main">
            <a:off x="814387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생성·편집</a:t>
            </a:r>
          </a:p>
        </p:txBody>
      </p:sp>
      <p:cxnSp>
        <p:nvCxnSpPr>
          <p:cNvPr id="17" name="">
            <a:extLst xmlns:a="http://schemas.openxmlformats.org/drawingml/2006/main">
              <a:ext uri="{FF2B5EF4-FFF2-40B4-BE49-F238E27FC236}">
                <a16:creationId xmlns:a16="http://schemas.microsoft.com/office/drawing/2014/main" id="{FBD5D39E-7D6F-4EA7-9C01-03ABBC5C4F4A}"/>
              </a:ext>
            </a:extLst>
          </p:cNvPr>
          <p:cNvCxnSpPr/>
          <p:nvPr/>
        </p:nvCxnSpPr>
        <p:spPr>
          <a:xfrm xmlns:a="http://schemas.openxmlformats.org/drawingml/2006/main" flipH="0" flipV="0">
            <a:off x="1090612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AABF92D-4896-4069-AE01-7CD02EE0B259}"/>
              </a:ext>
            </a:extLst>
          </p:cNvPr>
          <p:cNvSpPr>
            <a:spLocks xmlns:a="http://schemas.openxmlformats.org/drawingml/2006/main" noGrp="1"/>
          </p:cNvSpPr>
          <p:nvPr/>
        </p:nvSpPr>
        <p:spPr>
          <a:xfrm xmlns:a="http://schemas.openxmlformats.org/drawingml/2006/main">
            <a:off x="11477625" y="2952750"/>
            <a:ext cx="3000375" cy="2095500"/>
          </a:xfrm>
          <a:prstGeom xmlns:a="http://schemas.openxmlformats.org/drawingml/2006/main" prst="rect">
            <a:avLst/>
          </a:prstGeom>
          <a:solidFill xmlns:a="http://schemas.openxmlformats.org/drawingml/2006/main">
            <a:srgbClr val="DDF4FC"/>
          </a:solidFill>
          <a:ln xmlns:a="http://schemas.openxmlformats.org/drawingml/2006/main" w="9525">
            <a:solidFill>
              <a:srgbClr val="D7E0E8"/>
            </a:solidFill>
          </a:ln>
        </p:spPr>
      </p:sp>
      <p:sp>
        <p:nvSpPr>
          <p:cNvPr id="19" name="">
            <a:extLst xmlns:a="http://schemas.openxmlformats.org/drawingml/2006/main">
              <a:ext uri="{FF2B5EF4-FFF2-40B4-BE49-F238E27FC236}">
                <a16:creationId xmlns:a16="http://schemas.microsoft.com/office/drawing/2014/main" id="{6D074F2B-E21E-4F60-8877-3AF616474ACD}"/>
              </a:ext>
            </a:extLst>
          </p:cNvPr>
          <p:cNvSpPr>
            <a:spLocks xmlns:a="http://schemas.openxmlformats.org/drawingml/2006/main" noGrp="1"/>
          </p:cNvSpPr>
          <p:nvPr/>
        </p:nvSpPr>
        <p:spPr>
          <a:xfrm xmlns:a="http://schemas.openxmlformats.org/drawingml/2006/main">
            <a:off x="1171575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04</a:t>
            </a:r>
          </a:p>
        </p:txBody>
      </p:sp>
      <p:sp>
        <p:nvSpPr>
          <p:cNvPr id="20" name="">
            <a:extLst xmlns:a="http://schemas.openxmlformats.org/drawingml/2006/main">
              <a:ext uri="{FF2B5EF4-FFF2-40B4-BE49-F238E27FC236}">
                <a16:creationId xmlns:a16="http://schemas.microsoft.com/office/drawing/2014/main" id="{14056943-1763-4F14-8392-BDC102016F51}"/>
              </a:ext>
            </a:extLst>
          </p:cNvPr>
          <p:cNvSpPr>
            <a:spLocks xmlns:a="http://schemas.openxmlformats.org/drawingml/2006/main" noGrp="1"/>
          </p:cNvSpPr>
          <p:nvPr/>
        </p:nvSpPr>
        <p:spPr>
          <a:xfrm xmlns:a="http://schemas.openxmlformats.org/drawingml/2006/main">
            <a:off x="1171575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검토·출력</a:t>
            </a:r>
          </a:p>
        </p:txBody>
      </p:sp>
      <p:sp>
        <p:nvSpPr>
          <p:cNvPr id="21" name="">
            <a:extLst xmlns:a="http://schemas.openxmlformats.org/drawingml/2006/main">
              <a:ext uri="{FF2B5EF4-FFF2-40B4-BE49-F238E27FC236}">
                <a16:creationId xmlns:a16="http://schemas.microsoft.com/office/drawing/2014/main" id="{C6BBAD5B-1A43-4F84-8C6A-D0A6D13466A0}"/>
              </a:ext>
            </a:extLst>
          </p:cNvPr>
          <p:cNvSpPr>
            <a:spLocks xmlns:a="http://schemas.openxmlformats.org/drawingml/2006/main" noGrp="1"/>
          </p:cNvSpPr>
          <p:nvPr/>
        </p:nvSpPr>
        <p:spPr>
          <a:xfrm xmlns:a="http://schemas.openxmlformats.org/drawingml/2006/main">
            <a:off x="83820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캐릭터·설정</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음원·참고·권리</a:t>
            </a:r>
          </a:p>
        </p:txBody>
      </p:sp>
      <p:sp>
        <p:nvSpPr>
          <p:cNvPr id="22" name="">
            <a:extLst xmlns:a="http://schemas.openxmlformats.org/drawingml/2006/main">
              <a:ext uri="{FF2B5EF4-FFF2-40B4-BE49-F238E27FC236}">
                <a16:creationId xmlns:a16="http://schemas.microsoft.com/office/drawing/2014/main" id="{767D2298-4051-4E6A-AAA2-EB039734F847}"/>
              </a:ext>
            </a:extLst>
          </p:cNvPr>
          <p:cNvSpPr>
            <a:spLocks xmlns:a="http://schemas.openxmlformats.org/drawingml/2006/main" noGrp="1"/>
          </p:cNvSpPr>
          <p:nvPr/>
        </p:nvSpPr>
        <p:spPr>
          <a:xfrm xmlns:a="http://schemas.openxmlformats.org/drawingml/2006/main">
            <a:off x="441007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대화형 AI</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장면 계획·도구 제안</a:t>
            </a:r>
          </a:p>
        </p:txBody>
      </p:sp>
      <p:sp>
        <p:nvSpPr>
          <p:cNvPr id="23" name="">
            <a:extLst xmlns:a="http://schemas.openxmlformats.org/drawingml/2006/main">
              <a:ext uri="{FF2B5EF4-FFF2-40B4-BE49-F238E27FC236}">
                <a16:creationId xmlns:a16="http://schemas.microsoft.com/office/drawing/2014/main" id="{C96B34F4-D571-484B-84F9-5B4A45638230}"/>
              </a:ext>
            </a:extLst>
          </p:cNvPr>
          <p:cNvSpPr>
            <a:spLocks xmlns:a="http://schemas.openxmlformats.org/drawingml/2006/main" noGrp="1"/>
          </p:cNvSpPr>
          <p:nvPr/>
        </p:nvSpPr>
        <p:spPr>
          <a:xfrm xmlns:a="http://schemas.openxmlformats.org/drawingml/2006/main">
            <a:off x="798195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샷별 Take 비교</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타임라인·자막</a:t>
            </a:r>
          </a:p>
        </p:txBody>
      </p:sp>
      <p:sp>
        <p:nvSpPr>
          <p:cNvPr id="24" name="">
            <a:extLst xmlns:a="http://schemas.openxmlformats.org/drawingml/2006/main">
              <a:ext uri="{FF2B5EF4-FFF2-40B4-BE49-F238E27FC236}">
                <a16:creationId xmlns:a16="http://schemas.microsoft.com/office/drawing/2014/main" id="{4496A356-6106-41F8-B81B-72ED48CFD85C}"/>
              </a:ext>
            </a:extLst>
          </p:cNvPr>
          <p:cNvSpPr>
            <a:spLocks xmlns:a="http://schemas.openxmlformats.org/drawingml/2006/main" noGrp="1"/>
          </p:cNvSpPr>
          <p:nvPr/>
        </p:nvSpPr>
        <p:spPr>
          <a:xfrm xmlns:a="http://schemas.openxmlformats.org/drawingml/2006/main">
            <a:off x="1155382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사람의 승인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MP4·SRT 출력</a:t>
            </a:r>
          </a:p>
        </p:txBody>
      </p:sp>
      <p:sp>
        <p:nvSpPr>
          <p:cNvPr id="25" name="">
            <a:extLst xmlns:a="http://schemas.openxmlformats.org/drawingml/2006/main">
              <a:ext uri="{FF2B5EF4-FFF2-40B4-BE49-F238E27FC236}">
                <a16:creationId xmlns:a16="http://schemas.microsoft.com/office/drawing/2014/main" id="{8203A1F3-3533-4300-B612-7A7F97ACEC11}"/>
              </a:ext>
            </a:extLst>
          </p:cNvPr>
          <p:cNvSpPr>
            <a:spLocks xmlns:a="http://schemas.openxmlformats.org/drawingml/2006/main" noGrp="1"/>
          </p:cNvSpPr>
          <p:nvPr/>
        </p:nvSpPr>
        <p:spPr>
          <a:xfrm xmlns:a="http://schemas.openxmlformats.org/drawingml/2006/main">
            <a:off x="762000" y="71056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프로젝트에 남는 정보</a:t>
            </a:r>
          </a:p>
        </p:txBody>
      </p:sp>
      <p:sp>
        <p:nvSpPr>
          <p:cNvPr id="26" name="">
            <a:extLst xmlns:a="http://schemas.openxmlformats.org/drawingml/2006/main">
              <a:ext uri="{FF2B5EF4-FFF2-40B4-BE49-F238E27FC236}">
                <a16:creationId xmlns:a16="http://schemas.microsoft.com/office/drawing/2014/main" id="{AD408243-3274-4502-BF1B-8B75DB3F5087}"/>
              </a:ext>
            </a:extLst>
          </p:cNvPr>
          <p:cNvSpPr>
            <a:spLocks xmlns:a="http://schemas.openxmlformats.org/drawingml/2006/main" noGrp="1"/>
          </p:cNvSpPr>
          <p:nvPr/>
        </p:nvSpPr>
        <p:spPr>
          <a:xfrm xmlns:a="http://schemas.openxmlformats.org/drawingml/2006/main">
            <a:off x="4191000" y="71056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1C28"/>
                </a:solidFill>
                <a:latin typeface="Malgun Gothic"/>
                <a:ea typeface="Malgun Gothic"/>
                <a:cs typeface="Malgun Gothic"/>
              </a:defRPr>
            </a:defPPr>
            <a:lvl1pPr algn="l">
              <a:defRPr sz="2100" b="1">
                <a:solidFill>
                  <a:srgbClr val="151C28"/>
                </a:solidFill>
                <a:latin typeface="Malgun Gothic"/>
                <a:ea typeface="Malgun Gothic"/>
                <a:cs typeface="Malgun Gothic"/>
              </a:defRPr>
            </a:lvl1pPr>
            <a:lvl2pPr algn="l">
              <a:defRPr sz="2100" b="1">
                <a:solidFill>
                  <a:srgbClr val="151C28"/>
                </a:solidFill>
                <a:latin typeface="Malgun Gothic"/>
                <a:ea typeface="Malgun Gothic"/>
                <a:cs typeface="Malgun Gothic"/>
              </a:defRPr>
            </a:lvl2pPr>
            <a:lvl3pPr algn="l">
              <a:defRPr sz="2100" b="1">
                <a:solidFill>
                  <a:srgbClr val="151C28"/>
                </a:solidFill>
                <a:latin typeface="Malgun Gothic"/>
                <a:ea typeface="Malgun Gothic"/>
                <a:cs typeface="Malgun Gothic"/>
              </a:defRPr>
            </a:lvl3pPr>
            <a:lvl4pPr algn="l">
              <a:defRPr sz="2100" b="1">
                <a:solidFill>
                  <a:srgbClr val="151C28"/>
                </a:solidFill>
                <a:latin typeface="Malgun Gothic"/>
                <a:ea typeface="Malgun Gothic"/>
                <a:cs typeface="Malgun Gothic"/>
              </a:defRPr>
            </a:lvl4pPr>
            <a:lvl5pPr algn="l">
              <a:defRPr sz="2100" b="1">
                <a:solidFill>
                  <a:srgbClr val="151C28"/>
                </a:solidFill>
                <a:latin typeface="Malgun Gothic"/>
                <a:ea typeface="Malgun Gothic"/>
                <a:cs typeface="Malgun Gothic"/>
              </a:defRPr>
            </a:lvl5pPr>
            <a:lvl6pPr algn="l">
              <a:defRPr sz="2100" b="1">
                <a:solidFill>
                  <a:srgbClr val="151C28"/>
                </a:solidFill>
                <a:latin typeface="Malgun Gothic"/>
                <a:ea typeface="Malgun Gothic"/>
                <a:cs typeface="Malgun Gothic"/>
              </a:defRPr>
            </a:lvl6pPr>
            <a:lvl7pPr algn="l">
              <a:defRPr sz="2100" b="1">
                <a:solidFill>
                  <a:srgbClr val="151C28"/>
                </a:solidFill>
                <a:latin typeface="Malgun Gothic"/>
                <a:ea typeface="Malgun Gothic"/>
                <a:cs typeface="Malgun Gothic"/>
              </a:defRPr>
            </a:lvl7pPr>
            <a:lvl8pPr algn="l">
              <a:defRPr sz="2100" b="1">
                <a:solidFill>
                  <a:srgbClr val="151C28"/>
                </a:solidFill>
                <a:latin typeface="Malgun Gothic"/>
                <a:ea typeface="Malgun Gothic"/>
                <a:cs typeface="Malgun Gothic"/>
              </a:defRPr>
            </a:lvl8pPr>
            <a:lvl9pPr algn="l">
              <a:defRPr sz="2100" b="1">
                <a:solidFill>
                  <a:srgbClr val="151C28"/>
                </a:solidFill>
                <a:latin typeface="Malgun Gothic"/>
                <a:ea typeface="Malgun Gothic"/>
                <a:cs typeface="Malgun Gothic"/>
              </a:defRPr>
            </a:lvl9pPr>
          </a:lstStyle>
          <a:p xmlns:a="http://schemas.openxmlformats.org/drawingml/2006/main">
            <a:pPr algn="l">
              <a:defRPr sz="2100" b="1">
                <a:solidFill>
                  <a:srgbClr val="151C28"/>
                </a:solidFill>
                <a:latin typeface="Malgun Gothic"/>
                <a:ea typeface="Malgun Gothic"/>
                <a:cs typeface="Malgun Gothic"/>
              </a:defRPr>
            </a:pPr>
            <a:r>
              <a:rPr sz="2100" b="1">
                <a:solidFill>
                  <a:srgbClr val="151C28"/>
                </a:solidFill>
                <a:latin typeface="Malgun Gothic"/>
                <a:ea typeface="Malgun Gothic"/>
                <a:cs typeface="Malgun Gothic"/>
              </a:rPr>
              <a:t>IP 설정   장면과 버전   수정 이유   승인 기록</a:t>
            </a:r>
          </a:p>
        </p:txBody>
      </p:sp>
    </p:spTree>
    <p:extLst>
      <p:ext uri="{BB962C8B-B14F-4D97-AF65-F5344CB8AC3E}">
        <p14:creationId xmlns:p14="http://schemas.microsoft.com/office/powerpoint/2010/main" val="3716624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6B4211-36FD-46AB-8725-4BAEBAB49E7C}"/>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제품 화면</a:t>
            </a:r>
          </a:p>
        </p:txBody>
      </p:sp>
      <p:sp>
        <p:nvSpPr>
          <p:cNvPr id="2" name="">
            <a:extLst xmlns:a="http://schemas.openxmlformats.org/drawingml/2006/main">
              <a:ext uri="{FF2B5EF4-FFF2-40B4-BE49-F238E27FC236}">
                <a16:creationId xmlns:a16="http://schemas.microsoft.com/office/drawing/2014/main" id="{6D069668-48AE-497B-956F-0CC509184F9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336A1574-73B3-461B-9283-58E822860CDF}"/>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장면 선택과 검토를 한 화면에서</a:t>
            </a:r>
          </a:p>
        </p:txBody>
      </p:sp>
      <p:sp>
        <p:nvSpPr>
          <p:cNvPr id="4" name="">
            <a:extLst xmlns:a="http://schemas.openxmlformats.org/drawingml/2006/main">
              <a:ext uri="{FF2B5EF4-FFF2-40B4-BE49-F238E27FC236}">
                <a16:creationId xmlns:a16="http://schemas.microsoft.com/office/drawing/2014/main" id="{0E7ECC28-545A-4C55-89E1-0E84785B379D}"/>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EC6E85B0-985D-44C2-A923-8F139E1FBE87}"/>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실제 내부 시험 화면, 2026.10.26 · 합성 시험 미디어 사용 · AI 생성 결과물 또는 고객 작업 사례 아님</a:t>
            </a:r>
          </a:p>
        </p:txBody>
      </p:sp>
      <p:pic>
        <p:nvPicPr>
          <p:cNvPr id="6" name="">
            <a:extLst xmlns:a="http://schemas.openxmlformats.org/drawingml/2006/main">
              <a:ext uri="{FF2B5EF4-FFF2-40B4-BE49-F238E27FC236}">
                <a16:creationId xmlns:a16="http://schemas.microsoft.com/office/drawing/2014/main" id="{CF5DE7FF-B342-4617-A796-05A952A6BD89}"/>
              </a:ext>
            </a:extLst>
          </p:cNvPr>
          <p:cNvPicPr>
            <a:picLocks xmlns:a="http://schemas.openxmlformats.org/drawingml/2006/main" noChangeAspect="1"/>
          </p:cNvPicPr>
          <p:nvPr/>
        </p:nvPicPr>
        <p:blipFill>
          <a:blip xmlns:r="http://schemas.openxmlformats.org/officeDocument/2006/relationships" xmlns:a="http://schemas.openxmlformats.org/drawingml/2006/main" r:embed="R35105a5a100842a0"/>
          <a:stretch xmlns:a="http://schemas.openxmlformats.org/drawingml/2006/main"/>
        </p:blipFill>
        <p:spPr>
          <a:xfrm xmlns:a="http://schemas.openxmlformats.org/drawingml/2006/main">
            <a:off x="762529" y="2047875"/>
            <a:ext cx="10143067" cy="5705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7934CC2-5D3B-4226-9311-B0DA7589B676}"/>
              </a:ext>
            </a:extLst>
          </p:cNvPr>
          <p:cNvSpPr>
            <a:spLocks xmlns:a="http://schemas.openxmlformats.org/drawingml/2006/main" noGrp="1"/>
          </p:cNvSpPr>
          <p:nvPr/>
        </p:nvSpPr>
        <p:spPr>
          <a:xfrm xmlns:a="http://schemas.openxmlformats.org/drawingml/2006/main">
            <a:off x="11572875" y="25431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장면과 Take</a:t>
            </a:r>
          </a:p>
        </p:txBody>
      </p:sp>
      <p:sp>
        <p:nvSpPr>
          <p:cNvPr id="8" name="">
            <a:extLst xmlns:a="http://schemas.openxmlformats.org/drawingml/2006/main">
              <a:ext uri="{FF2B5EF4-FFF2-40B4-BE49-F238E27FC236}">
                <a16:creationId xmlns:a16="http://schemas.microsoft.com/office/drawing/2014/main" id="{FA3008C8-8BF6-4A24-BD5A-49715387008B}"/>
              </a:ext>
            </a:extLst>
          </p:cNvPr>
          <p:cNvSpPr>
            <a:spLocks xmlns:a="http://schemas.openxmlformats.org/drawingml/2006/main" noGrp="1"/>
          </p:cNvSpPr>
          <p:nvPr/>
        </p:nvSpPr>
        <p:spPr>
          <a:xfrm xmlns:a="http://schemas.openxmlformats.org/drawingml/2006/main">
            <a:off x="11572875" y="3171825"/>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후보를 비교하고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편집에 쓸 결과를 선택</a:t>
            </a:r>
          </a:p>
        </p:txBody>
      </p:sp>
      <p:sp>
        <p:nvSpPr>
          <p:cNvPr id="9" name="">
            <a:extLst xmlns:a="http://schemas.openxmlformats.org/drawingml/2006/main">
              <a:ext uri="{FF2B5EF4-FFF2-40B4-BE49-F238E27FC236}">
                <a16:creationId xmlns:a16="http://schemas.microsoft.com/office/drawing/2014/main" id="{B887A36C-2547-43C6-9658-104B447BC864}"/>
              </a:ext>
            </a:extLst>
          </p:cNvPr>
          <p:cNvSpPr>
            <a:spLocks xmlns:a="http://schemas.openxmlformats.org/drawingml/2006/main" noGrp="1"/>
          </p:cNvSpPr>
          <p:nvPr/>
        </p:nvSpPr>
        <p:spPr>
          <a:xfrm xmlns:a="http://schemas.openxmlformats.org/drawingml/2006/main">
            <a:off x="11572875" y="46005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검토와 승인</a:t>
            </a:r>
          </a:p>
        </p:txBody>
      </p:sp>
      <p:sp>
        <p:nvSpPr>
          <p:cNvPr id="10" name="">
            <a:extLst xmlns:a="http://schemas.openxmlformats.org/drawingml/2006/main">
              <a:ext uri="{FF2B5EF4-FFF2-40B4-BE49-F238E27FC236}">
                <a16:creationId xmlns:a16="http://schemas.microsoft.com/office/drawing/2014/main" id="{D2D53623-29B2-4B4D-8785-59706450530C}"/>
              </a:ext>
            </a:extLst>
          </p:cNvPr>
          <p:cNvSpPr>
            <a:spLocks xmlns:a="http://schemas.openxmlformats.org/drawingml/2006/main" noGrp="1"/>
          </p:cNvSpPr>
          <p:nvPr/>
        </p:nvSpPr>
        <p:spPr>
          <a:xfrm xmlns:a="http://schemas.openxmlformats.org/drawingml/2006/main">
            <a:off x="11572875" y="5238750"/>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수정 기록을 남기고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출력 승인 상태를 관리</a:t>
            </a:r>
          </a:p>
        </p:txBody>
      </p:sp>
      <p:sp>
        <p:nvSpPr>
          <p:cNvPr id="11" name="">
            <a:extLst xmlns:a="http://schemas.openxmlformats.org/drawingml/2006/main">
              <a:ext uri="{FF2B5EF4-FFF2-40B4-BE49-F238E27FC236}">
                <a16:creationId xmlns:a16="http://schemas.microsoft.com/office/drawing/2014/main" id="{0D7C22EC-AD16-4ADD-A5FE-C551343A1BAF}"/>
              </a:ext>
            </a:extLst>
          </p:cNvPr>
          <p:cNvSpPr>
            <a:spLocks xmlns:a="http://schemas.openxmlformats.org/drawingml/2006/main" noGrp="1"/>
          </p:cNvSpPr>
          <p:nvPr/>
        </p:nvSpPr>
        <p:spPr>
          <a:xfrm xmlns:a="http://schemas.openxmlformats.org/drawingml/2006/main">
            <a:off x="11572875" y="6934200"/>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A9A"/>
                </a:solidFill>
                <a:latin typeface="Malgun Gothic"/>
                <a:ea typeface="Malgun Gothic"/>
                <a:cs typeface="Malgun Gothic"/>
              </a:defRPr>
            </a:defPPr>
            <a:lvl1pPr algn="l">
              <a:defRPr sz="1725" b="0">
                <a:solidFill>
                  <a:srgbClr val="126A9A"/>
                </a:solidFill>
                <a:latin typeface="Malgun Gothic"/>
                <a:ea typeface="Malgun Gothic"/>
                <a:cs typeface="Malgun Gothic"/>
              </a:defRPr>
            </a:lvl1pPr>
            <a:lvl2pPr algn="l">
              <a:defRPr sz="1725" b="0">
                <a:solidFill>
                  <a:srgbClr val="126A9A"/>
                </a:solidFill>
                <a:latin typeface="Malgun Gothic"/>
                <a:ea typeface="Malgun Gothic"/>
                <a:cs typeface="Malgun Gothic"/>
              </a:defRPr>
            </a:lvl2pPr>
            <a:lvl3pPr algn="l">
              <a:defRPr sz="1725" b="0">
                <a:solidFill>
                  <a:srgbClr val="126A9A"/>
                </a:solidFill>
                <a:latin typeface="Malgun Gothic"/>
                <a:ea typeface="Malgun Gothic"/>
                <a:cs typeface="Malgun Gothic"/>
              </a:defRPr>
            </a:lvl3pPr>
            <a:lvl4pPr algn="l">
              <a:defRPr sz="1725" b="0">
                <a:solidFill>
                  <a:srgbClr val="126A9A"/>
                </a:solidFill>
                <a:latin typeface="Malgun Gothic"/>
                <a:ea typeface="Malgun Gothic"/>
                <a:cs typeface="Malgun Gothic"/>
              </a:defRPr>
            </a:lvl4pPr>
            <a:lvl5pPr algn="l">
              <a:defRPr sz="1725" b="0">
                <a:solidFill>
                  <a:srgbClr val="126A9A"/>
                </a:solidFill>
                <a:latin typeface="Malgun Gothic"/>
                <a:ea typeface="Malgun Gothic"/>
                <a:cs typeface="Malgun Gothic"/>
              </a:defRPr>
            </a:lvl5pPr>
            <a:lvl6pPr algn="l">
              <a:defRPr sz="1725" b="0">
                <a:solidFill>
                  <a:srgbClr val="126A9A"/>
                </a:solidFill>
                <a:latin typeface="Malgun Gothic"/>
                <a:ea typeface="Malgun Gothic"/>
                <a:cs typeface="Malgun Gothic"/>
              </a:defRPr>
            </a:lvl6pPr>
            <a:lvl7pPr algn="l">
              <a:defRPr sz="1725" b="0">
                <a:solidFill>
                  <a:srgbClr val="126A9A"/>
                </a:solidFill>
                <a:latin typeface="Malgun Gothic"/>
                <a:ea typeface="Malgun Gothic"/>
                <a:cs typeface="Malgun Gothic"/>
              </a:defRPr>
            </a:lvl7pPr>
            <a:lvl8pPr algn="l">
              <a:defRPr sz="1725" b="0">
                <a:solidFill>
                  <a:srgbClr val="126A9A"/>
                </a:solidFill>
                <a:latin typeface="Malgun Gothic"/>
                <a:ea typeface="Malgun Gothic"/>
                <a:cs typeface="Malgun Gothic"/>
              </a:defRPr>
            </a:lvl8pPr>
            <a:lvl9pPr algn="l">
              <a:defRPr sz="1725" b="0">
                <a:solidFill>
                  <a:srgbClr val="126A9A"/>
                </a:solidFill>
                <a:latin typeface="Malgun Gothic"/>
                <a:ea typeface="Malgun Gothic"/>
                <a:cs typeface="Malgun Gothic"/>
              </a:defRPr>
            </a:lvl9pPr>
          </a:lstStyle>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사용자 시연 영상은</a:t>
            </a:r>
          </a:p>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추후 추가 예정</a:t>
            </a:r>
          </a:p>
        </p:txBody>
      </p:sp>
    </p:spTree>
    <p:extLst>
      <p:ext uri="{BB962C8B-B14F-4D97-AF65-F5344CB8AC3E}">
        <p14:creationId xmlns:p14="http://schemas.microsoft.com/office/powerpoint/2010/main" val="54142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9B2F70-BFAE-490F-86E9-DB6667FAB39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현재 단계</a:t>
            </a:r>
          </a:p>
        </p:txBody>
      </p:sp>
      <p:sp>
        <p:nvSpPr>
          <p:cNvPr id="2" name="">
            <a:extLst xmlns:a="http://schemas.openxmlformats.org/drawingml/2006/main">
              <a:ext uri="{FF2B5EF4-FFF2-40B4-BE49-F238E27FC236}">
                <a16:creationId xmlns:a16="http://schemas.microsoft.com/office/drawing/2014/main" id="{A4D74FE0-46A5-4C21-A86D-37B7251F8E82}"/>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291A3DDD-E147-4F47-B342-678C0079AFE5}"/>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프로토타입 개발·내부 기능 검증 단계</a:t>
            </a:r>
          </a:p>
        </p:txBody>
      </p:sp>
      <p:sp>
        <p:nvSpPr>
          <p:cNvPr id="4" name="">
            <a:extLst xmlns:a="http://schemas.openxmlformats.org/drawingml/2006/main">
              <a:ext uri="{FF2B5EF4-FFF2-40B4-BE49-F238E27FC236}">
                <a16:creationId xmlns:a16="http://schemas.microsoft.com/office/drawing/2014/main" id="{A288EFAC-2CC7-4E46-B64A-25865F69A7C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28FACDBC-60D9-4DFD-942B-0CE30C3DA8F8}"/>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저장소·QA 기록 기준, 2026.10.27 · 별개 시험 결과 · 이번 발표자료 작업에서 제품 시험을 재실행한 것은 아님</a:t>
            </a:r>
          </a:p>
        </p:txBody>
      </p:sp>
      <p:sp>
        <p:nvSpPr>
          <p:cNvPr id="6" name="">
            <a:extLst xmlns:a="http://schemas.openxmlformats.org/drawingml/2006/main">
              <a:ext uri="{FF2B5EF4-FFF2-40B4-BE49-F238E27FC236}">
                <a16:creationId xmlns:a16="http://schemas.microsoft.com/office/drawing/2014/main" id="{FF16A1FA-5D82-45A1-90FE-E7E3EE83842C}"/>
              </a:ext>
            </a:extLst>
          </p:cNvPr>
          <p:cNvSpPr>
            <a:spLocks xmlns:a="http://schemas.openxmlformats.org/drawingml/2006/main" noGrp="1"/>
          </p:cNvSpPr>
          <p:nvPr/>
        </p:nvSpPr>
        <p:spPr>
          <a:xfrm xmlns:a="http://schemas.openxmlformats.org/drawingml/2006/main">
            <a:off x="762000" y="23622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코드에 구현한 흐름</a:t>
            </a:r>
          </a:p>
        </p:txBody>
      </p:sp>
      <p:sp>
        <p:nvSpPr>
          <p:cNvPr id="7" name="">
            <a:extLst xmlns:a="http://schemas.openxmlformats.org/drawingml/2006/main">
              <a:ext uri="{FF2B5EF4-FFF2-40B4-BE49-F238E27FC236}">
                <a16:creationId xmlns:a16="http://schemas.microsoft.com/office/drawing/2014/main" id="{D6EE5CC7-3CD5-4718-B0F7-6F3F634A3FF7}"/>
              </a:ext>
            </a:extLst>
          </p:cNvPr>
          <p:cNvSpPr>
            <a:spLocks xmlns:a="http://schemas.openxmlformats.org/drawingml/2006/main" noGrp="1"/>
          </p:cNvSpPr>
          <p:nvPr/>
        </p:nvSpPr>
        <p:spPr>
          <a:xfrm xmlns:a="http://schemas.openxmlformats.org/drawingml/2006/main">
            <a:off x="762000" y="319087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51C28"/>
                </a:solidFill>
                <a:latin typeface="Malgun Gothic"/>
                <a:ea typeface="Malgun Gothic"/>
                <a:cs typeface="Malgun Gothic"/>
              </a:defRPr>
            </a:defPPr>
            <a:lvl1pPr algn="l">
              <a:defRPr sz="2550" b="0">
                <a:solidFill>
                  <a:srgbClr val="151C28"/>
                </a:solidFill>
                <a:latin typeface="Malgun Gothic"/>
                <a:ea typeface="Malgun Gothic"/>
                <a:cs typeface="Malgun Gothic"/>
              </a:defRPr>
            </a:lvl1pPr>
            <a:lvl2pPr algn="l">
              <a:defRPr sz="2550" b="0">
                <a:solidFill>
                  <a:srgbClr val="151C28"/>
                </a:solidFill>
                <a:latin typeface="Malgun Gothic"/>
                <a:ea typeface="Malgun Gothic"/>
                <a:cs typeface="Malgun Gothic"/>
              </a:defRPr>
            </a:lvl2pPr>
            <a:lvl3pPr algn="l">
              <a:defRPr sz="2550" b="0">
                <a:solidFill>
                  <a:srgbClr val="151C28"/>
                </a:solidFill>
                <a:latin typeface="Malgun Gothic"/>
                <a:ea typeface="Malgun Gothic"/>
                <a:cs typeface="Malgun Gothic"/>
              </a:defRPr>
            </a:lvl3pPr>
            <a:lvl4pPr algn="l">
              <a:defRPr sz="2550" b="0">
                <a:solidFill>
                  <a:srgbClr val="151C28"/>
                </a:solidFill>
                <a:latin typeface="Malgun Gothic"/>
                <a:ea typeface="Malgun Gothic"/>
                <a:cs typeface="Malgun Gothic"/>
              </a:defRPr>
            </a:lvl4pPr>
            <a:lvl5pPr algn="l">
              <a:defRPr sz="2550" b="0">
                <a:solidFill>
                  <a:srgbClr val="151C28"/>
                </a:solidFill>
                <a:latin typeface="Malgun Gothic"/>
                <a:ea typeface="Malgun Gothic"/>
                <a:cs typeface="Malgun Gothic"/>
              </a:defRPr>
            </a:lvl5pPr>
            <a:lvl6pPr algn="l">
              <a:defRPr sz="2550" b="0">
                <a:solidFill>
                  <a:srgbClr val="151C28"/>
                </a:solidFill>
                <a:latin typeface="Malgun Gothic"/>
                <a:ea typeface="Malgun Gothic"/>
                <a:cs typeface="Malgun Gothic"/>
              </a:defRPr>
            </a:lvl6pPr>
            <a:lvl7pPr algn="l">
              <a:defRPr sz="2550" b="0">
                <a:solidFill>
                  <a:srgbClr val="151C28"/>
                </a:solidFill>
                <a:latin typeface="Malgun Gothic"/>
                <a:ea typeface="Malgun Gothic"/>
                <a:cs typeface="Malgun Gothic"/>
              </a:defRPr>
            </a:lvl7pPr>
            <a:lvl8pPr algn="l">
              <a:defRPr sz="2550" b="0">
                <a:solidFill>
                  <a:srgbClr val="151C28"/>
                </a:solidFill>
                <a:latin typeface="Malgun Gothic"/>
                <a:ea typeface="Malgun Gothic"/>
                <a:cs typeface="Malgun Gothic"/>
              </a:defRPr>
            </a:lvl8pPr>
            <a:lvl9pPr algn="l">
              <a:defRPr sz="2550" b="0">
                <a:solidFill>
                  <a:srgbClr val="151C28"/>
                </a:solidFill>
                <a:latin typeface="Malgun Gothic"/>
                <a:ea typeface="Malgun Gothic"/>
                <a:cs typeface="Malgun Gothic"/>
              </a:defRPr>
            </a:lvl9pPr>
          </a:lstStyle>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IP·음원·샷·Take</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편집·승인·작업 상태</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FFmpeg 출력과 복구</a:t>
            </a:r>
          </a:p>
        </p:txBody>
      </p:sp>
      <p:sp>
        <p:nvSpPr>
          <p:cNvPr id="8" name="">
            <a:extLst xmlns:a="http://schemas.openxmlformats.org/drawingml/2006/main">
              <a:ext uri="{FF2B5EF4-FFF2-40B4-BE49-F238E27FC236}">
                <a16:creationId xmlns:a16="http://schemas.microsoft.com/office/drawing/2014/main" id="{936906BD-17B9-4EDE-B081-22BDD274DA0D}"/>
              </a:ext>
            </a:extLst>
          </p:cNvPr>
          <p:cNvSpPr>
            <a:spLocks xmlns:a="http://schemas.openxmlformats.org/drawingml/2006/main" noGrp="1"/>
          </p:cNvSpPr>
          <p:nvPr/>
        </p:nvSpPr>
        <p:spPr>
          <a:xfrm xmlns:a="http://schemas.openxmlformats.org/drawingml/2006/main">
            <a:off x="7858125" y="236220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제한 시험 기록</a:t>
            </a:r>
          </a:p>
        </p:txBody>
      </p:sp>
      <p:sp>
        <p:nvSpPr>
          <p:cNvPr id="9" name="">
            <a:extLst xmlns:a="http://schemas.openxmlformats.org/drawingml/2006/main">
              <a:ext uri="{FF2B5EF4-FFF2-40B4-BE49-F238E27FC236}">
                <a16:creationId xmlns:a16="http://schemas.microsoft.com/office/drawing/2014/main" id="{8D12F0E3-50FD-4D0C-9F63-70CA1BEE7EBC}"/>
              </a:ext>
            </a:extLst>
          </p:cNvPr>
          <p:cNvSpPr>
            <a:spLocks xmlns:a="http://schemas.openxmlformats.org/drawingml/2006/main" noGrp="1"/>
          </p:cNvSpPr>
          <p:nvPr/>
        </p:nvSpPr>
        <p:spPr>
          <a:xfrm xmlns:a="http://schemas.openxmlformats.org/drawingml/2006/main">
            <a:off x="785812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3초</a:t>
            </a:r>
          </a:p>
        </p:txBody>
      </p:sp>
      <p:sp>
        <p:nvSpPr>
          <p:cNvPr id="10" name="">
            <a:extLst xmlns:a="http://schemas.openxmlformats.org/drawingml/2006/main">
              <a:ext uri="{FF2B5EF4-FFF2-40B4-BE49-F238E27FC236}">
                <a16:creationId xmlns:a16="http://schemas.microsoft.com/office/drawing/2014/main" id="{32FD3AA9-B6EA-4452-9644-D38B8D09A393}"/>
              </a:ext>
            </a:extLst>
          </p:cNvPr>
          <p:cNvSpPr>
            <a:spLocks xmlns:a="http://schemas.openxmlformats.org/drawingml/2006/main" noGrp="1"/>
          </p:cNvSpPr>
          <p:nvPr/>
        </p:nvSpPr>
        <p:spPr>
          <a:xfrm xmlns:a="http://schemas.openxmlformats.org/drawingml/2006/main">
            <a:off x="1119187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2초</a:t>
            </a:r>
          </a:p>
        </p:txBody>
      </p:sp>
      <p:sp>
        <p:nvSpPr>
          <p:cNvPr id="11" name="">
            <a:extLst xmlns:a="http://schemas.openxmlformats.org/drawingml/2006/main">
              <a:ext uri="{FF2B5EF4-FFF2-40B4-BE49-F238E27FC236}">
                <a16:creationId xmlns:a16="http://schemas.microsoft.com/office/drawing/2014/main" id="{0B0DC697-87CF-4481-AE04-E862E67A4769}"/>
              </a:ext>
            </a:extLst>
          </p:cNvPr>
          <p:cNvSpPr>
            <a:spLocks xmlns:a="http://schemas.openxmlformats.org/drawingml/2006/main" noGrp="1"/>
          </p:cNvSpPr>
          <p:nvPr/>
        </p:nvSpPr>
        <p:spPr>
          <a:xfrm xmlns:a="http://schemas.openxmlformats.org/drawingml/2006/main">
            <a:off x="785812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합성 음원·로컬 모션</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MP4 출력</a:t>
            </a:r>
          </a:p>
        </p:txBody>
      </p:sp>
      <p:sp>
        <p:nvSpPr>
          <p:cNvPr id="12" name="">
            <a:extLst xmlns:a="http://schemas.openxmlformats.org/drawingml/2006/main">
              <a:ext uri="{FF2B5EF4-FFF2-40B4-BE49-F238E27FC236}">
                <a16:creationId xmlns:a16="http://schemas.microsoft.com/office/drawing/2014/main" id="{4C104B82-A53F-48EE-9820-AEA9AE0813B3}"/>
              </a:ext>
            </a:extLst>
          </p:cNvPr>
          <p:cNvSpPr>
            <a:spLocks xmlns:a="http://schemas.openxmlformats.org/drawingml/2006/main" noGrp="1"/>
          </p:cNvSpPr>
          <p:nvPr/>
        </p:nvSpPr>
        <p:spPr>
          <a:xfrm xmlns:a="http://schemas.openxmlformats.org/drawingml/2006/main">
            <a:off x="1119187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별도 브라우저</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편집 출력</a:t>
            </a:r>
          </a:p>
        </p:txBody>
      </p:sp>
      <p:sp>
        <p:nvSpPr>
          <p:cNvPr id="13" name="">
            <a:extLst xmlns:a="http://schemas.openxmlformats.org/drawingml/2006/main">
              <a:ext uri="{FF2B5EF4-FFF2-40B4-BE49-F238E27FC236}">
                <a16:creationId xmlns:a16="http://schemas.microsoft.com/office/drawing/2014/main" id="{D0E5E14A-1E48-4E1B-9F23-452F1FC5339B}"/>
              </a:ext>
            </a:extLst>
          </p:cNvPr>
          <p:cNvSpPr>
            <a:spLocks xmlns:a="http://schemas.openxmlformats.org/drawingml/2006/main" noGrp="1"/>
          </p:cNvSpPr>
          <p:nvPr/>
        </p:nvSpPr>
        <p:spPr>
          <a:xfrm xmlns:a="http://schemas.openxmlformats.org/drawingml/2006/main">
            <a:off x="762000" y="585787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A15FCFCB-433C-4D63-979B-94EA0502CA81}"/>
              </a:ext>
            </a:extLst>
          </p:cNvPr>
          <p:cNvSpPr>
            <a:spLocks xmlns:a="http://schemas.openxmlformats.org/drawingml/2006/main" noGrp="1"/>
          </p:cNvSpPr>
          <p:nvPr/>
        </p:nvSpPr>
        <p:spPr>
          <a:xfrm xmlns:a="http://schemas.openxmlformats.org/drawingml/2006/main">
            <a:off x="762000" y="62103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6A9A"/>
                </a:solidFill>
                <a:latin typeface="Malgun Gothic"/>
                <a:ea typeface="Malgun Gothic"/>
                <a:cs typeface="Malgun Gothic"/>
              </a:defRPr>
            </a:defPPr>
            <a:lvl1pPr algn="l">
              <a:defRPr sz="2100" b="1">
                <a:solidFill>
                  <a:srgbClr val="126A9A"/>
                </a:solidFill>
                <a:latin typeface="Malgun Gothic"/>
                <a:ea typeface="Malgun Gothic"/>
                <a:cs typeface="Malgun Gothic"/>
              </a:defRPr>
            </a:lvl1pPr>
            <a:lvl2pPr algn="l">
              <a:defRPr sz="2100" b="1">
                <a:solidFill>
                  <a:srgbClr val="126A9A"/>
                </a:solidFill>
                <a:latin typeface="Malgun Gothic"/>
                <a:ea typeface="Malgun Gothic"/>
                <a:cs typeface="Malgun Gothic"/>
              </a:defRPr>
            </a:lvl2pPr>
            <a:lvl3pPr algn="l">
              <a:defRPr sz="2100" b="1">
                <a:solidFill>
                  <a:srgbClr val="126A9A"/>
                </a:solidFill>
                <a:latin typeface="Malgun Gothic"/>
                <a:ea typeface="Malgun Gothic"/>
                <a:cs typeface="Malgun Gothic"/>
              </a:defRPr>
            </a:lvl3pPr>
            <a:lvl4pPr algn="l">
              <a:defRPr sz="2100" b="1">
                <a:solidFill>
                  <a:srgbClr val="126A9A"/>
                </a:solidFill>
                <a:latin typeface="Malgun Gothic"/>
                <a:ea typeface="Malgun Gothic"/>
                <a:cs typeface="Malgun Gothic"/>
              </a:defRPr>
            </a:lvl4pPr>
            <a:lvl5pPr algn="l">
              <a:defRPr sz="2100" b="1">
                <a:solidFill>
                  <a:srgbClr val="126A9A"/>
                </a:solidFill>
                <a:latin typeface="Malgun Gothic"/>
                <a:ea typeface="Malgun Gothic"/>
                <a:cs typeface="Malgun Gothic"/>
              </a:defRPr>
            </a:lvl5pPr>
            <a:lvl6pPr algn="l">
              <a:defRPr sz="2100" b="1">
                <a:solidFill>
                  <a:srgbClr val="126A9A"/>
                </a:solidFill>
                <a:latin typeface="Malgun Gothic"/>
                <a:ea typeface="Malgun Gothic"/>
                <a:cs typeface="Malgun Gothic"/>
              </a:defRPr>
            </a:lvl6pPr>
            <a:lvl7pPr algn="l">
              <a:defRPr sz="2100" b="1">
                <a:solidFill>
                  <a:srgbClr val="126A9A"/>
                </a:solidFill>
                <a:latin typeface="Malgun Gothic"/>
                <a:ea typeface="Malgun Gothic"/>
                <a:cs typeface="Malgun Gothic"/>
              </a:defRPr>
            </a:lvl7pPr>
            <a:lvl8pPr algn="l">
              <a:defRPr sz="2100" b="1">
                <a:solidFill>
                  <a:srgbClr val="126A9A"/>
                </a:solidFill>
                <a:latin typeface="Malgun Gothic"/>
                <a:ea typeface="Malgun Gothic"/>
                <a:cs typeface="Malgun Gothic"/>
              </a:defRPr>
            </a:lvl8pPr>
            <a:lvl9pPr algn="l">
              <a:defRPr sz="2100" b="1">
                <a:solidFill>
                  <a:srgbClr val="126A9A"/>
                </a:solidFill>
                <a:latin typeface="Malgun Gothic"/>
                <a:ea typeface="Malgun Gothic"/>
                <a:cs typeface="Malgun Gothic"/>
              </a:defRPr>
            </a:lvl9pPr>
          </a:lstStyle>
          <a:p xmlns:a="http://schemas.openxmlformats.org/drawingml/2006/main">
            <a:pPr algn="l">
              <a:defRPr sz="2100" b="1">
                <a:solidFill>
                  <a:srgbClr val="126A9A"/>
                </a:solidFill>
                <a:latin typeface="Malgun Gothic"/>
                <a:ea typeface="Malgun Gothic"/>
                <a:cs typeface="Malgun Gothic"/>
              </a:defRPr>
            </a:pPr>
            <a:r>
              <a:rPr sz="2100" b="1">
                <a:solidFill>
                  <a:srgbClr val="126A9A"/>
                </a:solidFill>
                <a:latin typeface="Malgun Gothic"/>
                <a:ea typeface="Malgun Gothic"/>
                <a:cs typeface="Malgun Gothic"/>
              </a:rPr>
              <a:t>다음 검증</a:t>
            </a:r>
          </a:p>
        </p:txBody>
      </p:sp>
      <p:sp>
        <p:nvSpPr>
          <p:cNvPr id="15" name="">
            <a:extLst xmlns:a="http://schemas.openxmlformats.org/drawingml/2006/main">
              <a:ext uri="{FF2B5EF4-FFF2-40B4-BE49-F238E27FC236}">
                <a16:creationId xmlns:a16="http://schemas.microsoft.com/office/drawing/2014/main" id="{BF4CB94A-07B0-47CD-B672-B1357B75120B}"/>
              </a:ext>
            </a:extLst>
          </p:cNvPr>
          <p:cNvSpPr>
            <a:spLocks xmlns:a="http://schemas.openxmlformats.org/drawingml/2006/main" noGrp="1"/>
          </p:cNvSpPr>
          <p:nvPr/>
        </p:nvSpPr>
        <p:spPr>
          <a:xfrm xmlns:a="http://schemas.openxmlformats.org/drawingml/2006/main">
            <a:off x="3238500" y="6153150"/>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일반 사용자 모델 연결과 전체 작업 완주</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실제 AI 영상 생성, 반복 사용과 지불 의향</a:t>
            </a:r>
          </a:p>
        </p:txBody>
      </p:sp>
      <p:sp>
        <p:nvSpPr>
          <p:cNvPr id="16" name="">
            <a:extLst xmlns:a="http://schemas.openxmlformats.org/drawingml/2006/main">
              <a:ext uri="{FF2B5EF4-FFF2-40B4-BE49-F238E27FC236}">
                <a16:creationId xmlns:a16="http://schemas.microsoft.com/office/drawing/2014/main" id="{3AA121E2-1CC9-4205-A2B6-5D852A4E89DE}"/>
              </a:ext>
            </a:extLst>
          </p:cNvPr>
          <p:cNvSpPr>
            <a:spLocks xmlns:a="http://schemas.openxmlformats.org/drawingml/2006/main" noGrp="1"/>
          </p:cNvSpPr>
          <p:nvPr/>
        </p:nvSpPr>
        <p:spPr>
          <a:xfrm xmlns:a="http://schemas.openxmlformats.org/drawingml/2006/main">
            <a:off x="762000" y="730567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고객 인터뷰·시험 고객·매출 없음</a:t>
            </a:r>
          </a:p>
        </p:txBody>
      </p:sp>
    </p:spTree>
    <p:extLst>
      <p:ext uri="{BB962C8B-B14F-4D97-AF65-F5344CB8AC3E}">
        <p14:creationId xmlns:p14="http://schemas.microsoft.com/office/powerpoint/2010/main" val="12664237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1116DD-AF2B-4EC6-861E-0AA98CBA60CA}"/>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시장</a:t>
            </a:r>
          </a:p>
        </p:txBody>
      </p:sp>
      <p:sp>
        <p:nvSpPr>
          <p:cNvPr id="2" name="">
            <a:extLst xmlns:a="http://schemas.openxmlformats.org/drawingml/2006/main">
              <a:ext uri="{FF2B5EF4-FFF2-40B4-BE49-F238E27FC236}">
                <a16:creationId xmlns:a16="http://schemas.microsoft.com/office/drawing/2014/main" id="{985A740E-BAA6-4944-B93E-26E327125D85}"/>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1D675320-6987-4785-ABB1-7EE8FDE98921}"/>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시장 배경과 도달할 고객의 범위</a:t>
            </a:r>
          </a:p>
        </p:txBody>
      </p:sp>
      <p:sp>
        <p:nvSpPr>
          <p:cNvPr id="4" name="">
            <a:extLst xmlns:a="http://schemas.openxmlformats.org/drawingml/2006/main">
              <a:ext uri="{FF2B5EF4-FFF2-40B4-BE49-F238E27FC236}">
                <a16:creationId xmlns:a16="http://schemas.microsoft.com/office/drawing/2014/main" id="{AEDBEDFF-B015-431E-8C52-B03AB49B57FE}"/>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461195C4-B0B0-4CE5-B717-386225F08F60}"/>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YouTube(2025.04.17, 2024 표본), KOCCA(2026.08.18, 2025 매출) · 시장 금액 미산정 · 원 면적은 금액 비율 아님</a:t>
            </a:r>
          </a:p>
        </p:txBody>
      </p:sp>
      <p:sp>
        <p:nvSpPr>
          <p:cNvPr id="6" name="">
            <a:extLst xmlns:a="http://schemas.openxmlformats.org/drawingml/2006/main">
              <a:ext uri="{FF2B5EF4-FFF2-40B4-BE49-F238E27FC236}">
                <a16:creationId xmlns:a16="http://schemas.microsoft.com/office/drawing/2014/main" id="{8A48EA45-E186-4458-B36A-AA99BC6D1EF8}"/>
              </a:ext>
            </a:extLst>
          </p:cNvPr>
          <p:cNvSpPr>
            <a:spLocks xmlns:a="http://schemas.openxmlformats.org/drawingml/2006/main" noGrp="1"/>
          </p:cNvSpPr>
          <p:nvPr/>
        </p:nvSpPr>
        <p:spPr>
          <a:xfrm xmlns:a="http://schemas.openxmlformats.org/drawingml/2006/main">
            <a:off x="762000" y="23336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150억 회+</a:t>
            </a:r>
          </a:p>
        </p:txBody>
      </p:sp>
      <p:sp>
        <p:nvSpPr>
          <p:cNvPr id="7" name="">
            <a:extLst xmlns:a="http://schemas.openxmlformats.org/drawingml/2006/main">
              <a:ext uri="{FF2B5EF4-FFF2-40B4-BE49-F238E27FC236}">
                <a16:creationId xmlns:a16="http://schemas.microsoft.com/office/drawing/2014/main" id="{9C7763A4-ECE3-4ED8-80AF-E2350D617898}"/>
              </a:ext>
            </a:extLst>
          </p:cNvPr>
          <p:cNvSpPr>
            <a:spLocks xmlns:a="http://schemas.openxmlformats.org/drawingml/2006/main" noGrp="1"/>
          </p:cNvSpPr>
          <p:nvPr/>
        </p:nvSpPr>
        <p:spPr>
          <a:xfrm xmlns:a="http://schemas.openxmlformats.org/drawingml/2006/main">
            <a:off x="809625" y="34099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2024년 글로벌 가상 크리에이터</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300개 표본의 영상·라이브·Shorts 조회 합계</a:t>
            </a:r>
          </a:p>
        </p:txBody>
      </p:sp>
      <p:sp>
        <p:nvSpPr>
          <p:cNvPr id="8" name="">
            <a:extLst xmlns:a="http://schemas.openxmlformats.org/drawingml/2006/main">
              <a:ext uri="{FF2B5EF4-FFF2-40B4-BE49-F238E27FC236}">
                <a16:creationId xmlns:a16="http://schemas.microsoft.com/office/drawing/2014/main" id="{B355A7CA-10BB-4C7D-8769-2C1ACF3DF086}"/>
              </a:ext>
            </a:extLst>
          </p:cNvPr>
          <p:cNvSpPr>
            <a:spLocks xmlns:a="http://schemas.openxmlformats.org/drawingml/2006/main" noGrp="1"/>
          </p:cNvSpPr>
          <p:nvPr/>
        </p:nvSpPr>
        <p:spPr>
          <a:xfrm xmlns:a="http://schemas.openxmlformats.org/drawingml/2006/main">
            <a:off x="762000" y="47625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+15.8%</a:t>
            </a:r>
          </a:p>
        </p:txBody>
      </p:sp>
      <p:sp>
        <p:nvSpPr>
          <p:cNvPr id="9" name="">
            <a:extLst xmlns:a="http://schemas.openxmlformats.org/drawingml/2006/main">
              <a:ext uri="{FF2B5EF4-FFF2-40B4-BE49-F238E27FC236}">
                <a16:creationId xmlns:a16="http://schemas.microsoft.com/office/drawing/2014/main" id="{502A34FE-17C8-45CF-A6AD-0C32D19A7EDB}"/>
              </a:ext>
            </a:extLst>
          </p:cNvPr>
          <p:cNvSpPr>
            <a:spLocks xmlns:a="http://schemas.openxmlformats.org/drawingml/2006/main" noGrp="1"/>
          </p:cNvSpPr>
          <p:nvPr/>
        </p:nvSpPr>
        <p:spPr>
          <a:xfrm xmlns:a="http://schemas.openxmlformats.org/drawingml/2006/main">
            <a:off x="809625" y="58293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2025년 국내 대중음악산업 매출</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전년 대비 증가율</a:t>
            </a:r>
          </a:p>
        </p:txBody>
      </p:sp>
      <p:sp>
        <p:nvSpPr>
          <p:cNvPr id="10" name="">
            <a:extLst xmlns:a="http://schemas.openxmlformats.org/drawingml/2006/main">
              <a:ext uri="{FF2B5EF4-FFF2-40B4-BE49-F238E27FC236}">
                <a16:creationId xmlns:a16="http://schemas.microsoft.com/office/drawing/2014/main" id="{53008537-B146-494C-AFE4-1576166FD423}"/>
              </a:ext>
            </a:extLst>
          </p:cNvPr>
          <p:cNvSpPr>
            <a:spLocks xmlns:a="http://schemas.openxmlformats.org/drawingml/2006/main" noGrp="1"/>
          </p:cNvSpPr>
          <p:nvPr/>
        </p:nvSpPr>
        <p:spPr>
          <a:xfrm xmlns:a="http://schemas.openxmlformats.org/drawingml/2006/main">
            <a:off x="7810500" y="2143125"/>
            <a:ext cx="5715000" cy="5143500"/>
          </a:xfrm>
          <a:prstGeom xmlns:a="http://schemas.openxmlformats.org/drawingml/2006/main" prst="ellipse">
            <a:avLst/>
          </a:prstGeom>
          <a:solidFill xmlns:a="http://schemas.openxmlformats.org/drawingml/2006/main">
            <a:srgbClr val="F0F8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D677A1-ED8B-4860-BB6D-8E9390B1047E}"/>
              </a:ext>
            </a:extLst>
          </p:cNvPr>
          <p:cNvSpPr>
            <a:spLocks xmlns:a="http://schemas.openxmlformats.org/drawingml/2006/main" noGrp="1"/>
          </p:cNvSpPr>
          <p:nvPr/>
        </p:nvSpPr>
        <p:spPr>
          <a:xfrm xmlns:a="http://schemas.openxmlformats.org/drawingml/2006/main">
            <a:off x="8572500" y="3143250"/>
            <a:ext cx="4191000" cy="4000500"/>
          </a:xfrm>
          <a:prstGeom xmlns:a="http://schemas.openxmlformats.org/drawingml/2006/main" prst="ellipse">
            <a:avLst/>
          </a:prstGeom>
          <a:solidFill xmlns:a="http://schemas.openxmlformats.org/drawingml/2006/main">
            <a:srgbClr val="DDF3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9540CA-9927-47AA-9D18-5B8C688F3D2F}"/>
              </a:ext>
            </a:extLst>
          </p:cNvPr>
          <p:cNvSpPr>
            <a:spLocks xmlns:a="http://schemas.openxmlformats.org/drawingml/2006/main" noGrp="1"/>
          </p:cNvSpPr>
          <p:nvPr/>
        </p:nvSpPr>
        <p:spPr>
          <a:xfrm xmlns:a="http://schemas.openxmlformats.org/drawingml/2006/main">
            <a:off x="9382125" y="4429125"/>
            <a:ext cx="2619375" cy="2476500"/>
          </a:xfrm>
          <a:prstGeom xmlns:a="http://schemas.openxmlformats.org/drawingml/2006/main" prst="ellipse">
            <a:avLst/>
          </a:prstGeom>
          <a:solidFill xmlns:a="http://schemas.openxmlformats.org/drawingml/2006/main">
            <a:srgbClr val="ADE4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39B694-B830-42DD-AE63-2766755C17D5}"/>
              </a:ext>
            </a:extLst>
          </p:cNvPr>
          <p:cNvSpPr>
            <a:spLocks xmlns:a="http://schemas.openxmlformats.org/drawingml/2006/main" noGrp="1"/>
          </p:cNvSpPr>
          <p:nvPr/>
        </p:nvSpPr>
        <p:spPr>
          <a:xfrm xmlns:a="http://schemas.openxmlformats.org/drawingml/2006/main">
            <a:off x="7905750" y="24765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TAM</a:t>
            </a:r>
          </a:p>
        </p:txBody>
      </p:sp>
      <p:sp>
        <p:nvSpPr>
          <p:cNvPr id="14" name="">
            <a:extLst xmlns:a="http://schemas.openxmlformats.org/drawingml/2006/main">
              <a:ext uri="{FF2B5EF4-FFF2-40B4-BE49-F238E27FC236}">
                <a16:creationId xmlns:a16="http://schemas.microsoft.com/office/drawing/2014/main" id="{3684B4E7-6FF5-46A5-92BF-274A1C01BCA8}"/>
              </a:ext>
            </a:extLst>
          </p:cNvPr>
          <p:cNvSpPr>
            <a:spLocks xmlns:a="http://schemas.openxmlformats.org/drawingml/2006/main" noGrp="1"/>
          </p:cNvSpPr>
          <p:nvPr/>
        </p:nvSpPr>
        <p:spPr>
          <a:xfrm xmlns:a="http://schemas.openxmlformats.org/drawingml/2006/main">
            <a:off x="7810500" y="2952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IP 음악영상 제작 소프트웨어 수요</a:t>
            </a:r>
          </a:p>
        </p:txBody>
      </p:sp>
      <p:sp>
        <p:nvSpPr>
          <p:cNvPr id="15" name="">
            <a:extLst xmlns:a="http://schemas.openxmlformats.org/drawingml/2006/main">
              <a:ext uri="{FF2B5EF4-FFF2-40B4-BE49-F238E27FC236}">
                <a16:creationId xmlns:a16="http://schemas.microsoft.com/office/drawing/2014/main" id="{81A025C5-7EB2-4585-B6CE-2705B93CE725}"/>
              </a:ext>
            </a:extLst>
          </p:cNvPr>
          <p:cNvSpPr>
            <a:spLocks xmlns:a="http://schemas.openxmlformats.org/drawingml/2006/main" noGrp="1"/>
          </p:cNvSpPr>
          <p:nvPr/>
        </p:nvSpPr>
        <p:spPr>
          <a:xfrm xmlns:a="http://schemas.openxmlformats.org/drawingml/2006/main">
            <a:off x="8667750" y="36480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SAM</a:t>
            </a:r>
          </a:p>
        </p:txBody>
      </p:sp>
      <p:sp>
        <p:nvSpPr>
          <p:cNvPr id="16" name="">
            <a:extLst xmlns:a="http://schemas.openxmlformats.org/drawingml/2006/main">
              <a:ext uri="{FF2B5EF4-FFF2-40B4-BE49-F238E27FC236}">
                <a16:creationId xmlns:a16="http://schemas.microsoft.com/office/drawing/2014/main" id="{5F11F46E-3401-4088-97DC-A211B92FCEDB}"/>
              </a:ext>
            </a:extLst>
          </p:cNvPr>
          <p:cNvSpPr>
            <a:spLocks xmlns:a="http://schemas.openxmlformats.org/drawingml/2006/main" noGrp="1"/>
          </p:cNvSpPr>
          <p:nvPr/>
        </p:nvSpPr>
        <p:spPr>
          <a:xfrm xmlns:a="http://schemas.openxmlformats.org/drawingml/2006/main">
            <a:off x="8858250" y="41052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한국어로 접근 가능한</a:t>
            </a:r>
          </a:p>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개인 VTuber·소규모팀</a:t>
            </a:r>
          </a:p>
        </p:txBody>
      </p:sp>
      <p:sp>
        <p:nvSpPr>
          <p:cNvPr id="17" name="">
            <a:extLst xmlns:a="http://schemas.openxmlformats.org/drawingml/2006/main">
              <a:ext uri="{FF2B5EF4-FFF2-40B4-BE49-F238E27FC236}">
                <a16:creationId xmlns:a16="http://schemas.microsoft.com/office/drawing/2014/main" id="{EB92F21A-3F97-45B1-97A4-B361A628F150}"/>
              </a:ext>
            </a:extLst>
          </p:cNvPr>
          <p:cNvSpPr>
            <a:spLocks xmlns:a="http://schemas.openxmlformats.org/drawingml/2006/main" noGrp="1"/>
          </p:cNvSpPr>
          <p:nvPr/>
        </p:nvSpPr>
        <p:spPr>
          <a:xfrm xmlns:a="http://schemas.openxmlformats.org/drawingml/2006/main">
            <a:off x="9429750" y="53244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51C28"/>
                </a:solidFill>
                <a:latin typeface="Malgun Gothic"/>
                <a:ea typeface="Malgun Gothic"/>
                <a:cs typeface="Malgun Gothic"/>
              </a:defRPr>
            </a:defPPr>
            <a:lvl1pPr algn="ctr">
              <a:defRPr sz="2325" b="1">
                <a:solidFill>
                  <a:srgbClr val="151C28"/>
                </a:solidFill>
                <a:latin typeface="Malgun Gothic"/>
                <a:ea typeface="Malgun Gothic"/>
                <a:cs typeface="Malgun Gothic"/>
              </a:defRPr>
            </a:lvl1pPr>
            <a:lvl2pPr algn="ctr">
              <a:defRPr sz="2325" b="1">
                <a:solidFill>
                  <a:srgbClr val="151C28"/>
                </a:solidFill>
                <a:latin typeface="Malgun Gothic"/>
                <a:ea typeface="Malgun Gothic"/>
                <a:cs typeface="Malgun Gothic"/>
              </a:defRPr>
            </a:lvl2pPr>
            <a:lvl3pPr algn="ctr">
              <a:defRPr sz="2325" b="1">
                <a:solidFill>
                  <a:srgbClr val="151C28"/>
                </a:solidFill>
                <a:latin typeface="Malgun Gothic"/>
                <a:ea typeface="Malgun Gothic"/>
                <a:cs typeface="Malgun Gothic"/>
              </a:defRPr>
            </a:lvl3pPr>
            <a:lvl4pPr algn="ctr">
              <a:defRPr sz="2325" b="1">
                <a:solidFill>
                  <a:srgbClr val="151C28"/>
                </a:solidFill>
                <a:latin typeface="Malgun Gothic"/>
                <a:ea typeface="Malgun Gothic"/>
                <a:cs typeface="Malgun Gothic"/>
              </a:defRPr>
            </a:lvl4pPr>
            <a:lvl5pPr algn="ctr">
              <a:defRPr sz="2325" b="1">
                <a:solidFill>
                  <a:srgbClr val="151C28"/>
                </a:solidFill>
                <a:latin typeface="Malgun Gothic"/>
                <a:ea typeface="Malgun Gothic"/>
                <a:cs typeface="Malgun Gothic"/>
              </a:defRPr>
            </a:lvl5pPr>
            <a:lvl6pPr algn="ctr">
              <a:defRPr sz="2325" b="1">
                <a:solidFill>
                  <a:srgbClr val="151C28"/>
                </a:solidFill>
                <a:latin typeface="Malgun Gothic"/>
                <a:ea typeface="Malgun Gothic"/>
                <a:cs typeface="Malgun Gothic"/>
              </a:defRPr>
            </a:lvl6pPr>
            <a:lvl7pPr algn="ctr">
              <a:defRPr sz="2325" b="1">
                <a:solidFill>
                  <a:srgbClr val="151C28"/>
                </a:solidFill>
                <a:latin typeface="Malgun Gothic"/>
                <a:ea typeface="Malgun Gothic"/>
                <a:cs typeface="Malgun Gothic"/>
              </a:defRPr>
            </a:lvl7pPr>
            <a:lvl8pPr algn="ctr">
              <a:defRPr sz="2325" b="1">
                <a:solidFill>
                  <a:srgbClr val="151C28"/>
                </a:solidFill>
                <a:latin typeface="Malgun Gothic"/>
                <a:ea typeface="Malgun Gothic"/>
                <a:cs typeface="Malgun Gothic"/>
              </a:defRPr>
            </a:lvl8pPr>
            <a:lvl9pPr algn="ctr">
              <a:defRPr sz="2325" b="1">
                <a:solidFill>
                  <a:srgbClr val="151C28"/>
                </a:solidFill>
                <a:latin typeface="Malgun Gothic"/>
                <a:ea typeface="Malgun Gothic"/>
                <a:cs typeface="Malgun Gothic"/>
              </a:defRPr>
            </a:lvl9pPr>
          </a:lstStyle>
          <a:p xmlns:a="http://schemas.openxmlformats.org/drawingml/2006/main">
            <a:pPr algn="ctr">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SOM</a:t>
            </a:r>
          </a:p>
        </p:txBody>
      </p:sp>
      <p:sp>
        <p:nvSpPr>
          <p:cNvPr id="18" name="">
            <a:extLst xmlns:a="http://schemas.openxmlformats.org/drawingml/2006/main">
              <a:ext uri="{FF2B5EF4-FFF2-40B4-BE49-F238E27FC236}">
                <a16:creationId xmlns:a16="http://schemas.microsoft.com/office/drawing/2014/main" id="{275DC1A7-F364-4AAF-94E9-07355B67DC46}"/>
              </a:ext>
            </a:extLst>
          </p:cNvPr>
          <p:cNvSpPr>
            <a:spLocks xmlns:a="http://schemas.openxmlformats.org/drawingml/2006/main" noGrp="1"/>
          </p:cNvSpPr>
          <p:nvPr/>
        </p:nvSpPr>
        <p:spPr>
          <a:xfrm xmlns:a="http://schemas.openxmlformats.org/drawingml/2006/main">
            <a:off x="9429750" y="581977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151C28"/>
                </a:solidFill>
                <a:latin typeface="Malgun Gothic"/>
                <a:ea typeface="Malgun Gothic"/>
                <a:cs typeface="Malgun Gothic"/>
              </a:defRPr>
            </a:defPPr>
            <a:lvl1pPr algn="ctr">
              <a:defRPr sz="1650" b="0">
                <a:solidFill>
                  <a:srgbClr val="151C28"/>
                </a:solidFill>
                <a:latin typeface="Malgun Gothic"/>
                <a:ea typeface="Malgun Gothic"/>
                <a:cs typeface="Malgun Gothic"/>
              </a:defRPr>
            </a:lvl1pPr>
            <a:lvl2pPr algn="ctr">
              <a:defRPr sz="1650" b="0">
                <a:solidFill>
                  <a:srgbClr val="151C28"/>
                </a:solidFill>
                <a:latin typeface="Malgun Gothic"/>
                <a:ea typeface="Malgun Gothic"/>
                <a:cs typeface="Malgun Gothic"/>
              </a:defRPr>
            </a:lvl2pPr>
            <a:lvl3pPr algn="ctr">
              <a:defRPr sz="1650" b="0">
                <a:solidFill>
                  <a:srgbClr val="151C28"/>
                </a:solidFill>
                <a:latin typeface="Malgun Gothic"/>
                <a:ea typeface="Malgun Gothic"/>
                <a:cs typeface="Malgun Gothic"/>
              </a:defRPr>
            </a:lvl3pPr>
            <a:lvl4pPr algn="ctr">
              <a:defRPr sz="1650" b="0">
                <a:solidFill>
                  <a:srgbClr val="151C28"/>
                </a:solidFill>
                <a:latin typeface="Malgun Gothic"/>
                <a:ea typeface="Malgun Gothic"/>
                <a:cs typeface="Malgun Gothic"/>
              </a:defRPr>
            </a:lvl4pPr>
            <a:lvl5pPr algn="ctr">
              <a:defRPr sz="1650" b="0">
                <a:solidFill>
                  <a:srgbClr val="151C28"/>
                </a:solidFill>
                <a:latin typeface="Malgun Gothic"/>
                <a:ea typeface="Malgun Gothic"/>
                <a:cs typeface="Malgun Gothic"/>
              </a:defRPr>
            </a:lvl5pPr>
            <a:lvl6pPr algn="ctr">
              <a:defRPr sz="1650" b="0">
                <a:solidFill>
                  <a:srgbClr val="151C28"/>
                </a:solidFill>
                <a:latin typeface="Malgun Gothic"/>
                <a:ea typeface="Malgun Gothic"/>
                <a:cs typeface="Malgun Gothic"/>
              </a:defRPr>
            </a:lvl6pPr>
            <a:lvl7pPr algn="ctr">
              <a:defRPr sz="1650" b="0">
                <a:solidFill>
                  <a:srgbClr val="151C28"/>
                </a:solidFill>
                <a:latin typeface="Malgun Gothic"/>
                <a:ea typeface="Malgun Gothic"/>
                <a:cs typeface="Malgun Gothic"/>
              </a:defRPr>
            </a:lvl7pPr>
            <a:lvl8pPr algn="ctr">
              <a:defRPr sz="1650" b="0">
                <a:solidFill>
                  <a:srgbClr val="151C28"/>
                </a:solidFill>
                <a:latin typeface="Malgun Gothic"/>
                <a:ea typeface="Malgun Gothic"/>
                <a:cs typeface="Malgun Gothic"/>
              </a:defRPr>
            </a:lvl8pPr>
            <a:lvl9pPr algn="ctr">
              <a:defRPr sz="1650" b="0">
                <a:solidFill>
                  <a:srgbClr val="151C28"/>
                </a:solidFill>
                <a:latin typeface="Malgun Gothic"/>
                <a:ea typeface="Malgun Gothic"/>
                <a:cs typeface="Malgun Gothic"/>
              </a:defRPr>
            </a:lvl9pPr>
          </a:lstStyle>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접촉·시험으로 확인할</a:t>
            </a:r>
          </a:p>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초기 유료 고객군</a:t>
            </a:r>
          </a:p>
        </p:txBody>
      </p:sp>
      <p:sp>
        <p:nvSpPr>
          <p:cNvPr id="19" name="">
            <a:extLst xmlns:a="http://schemas.openxmlformats.org/drawingml/2006/main">
              <a:ext uri="{FF2B5EF4-FFF2-40B4-BE49-F238E27FC236}">
                <a16:creationId xmlns:a16="http://schemas.microsoft.com/office/drawing/2014/main" id="{4E4BD014-5DD0-47A2-A028-D9DDD8E26E90}"/>
              </a:ext>
            </a:extLst>
          </p:cNvPr>
          <p:cNvSpPr>
            <a:spLocks xmlns:a="http://schemas.openxmlformats.org/drawingml/2006/main" noGrp="1"/>
          </p:cNvSpPr>
          <p:nvPr/>
        </p:nvSpPr>
        <p:spPr>
          <a:xfrm xmlns:a="http://schemas.openxmlformats.org/drawingml/2006/main">
            <a:off x="762000" y="7296150"/>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산정 방식: 고객 수 × 연간 제작 빈도 × 제작 1회당 도구 지출</a:t>
            </a:r>
          </a:p>
        </p:txBody>
      </p:sp>
    </p:spTree>
    <p:extLst>
      <p:ext uri="{BB962C8B-B14F-4D97-AF65-F5344CB8AC3E}">
        <p14:creationId xmlns:p14="http://schemas.microsoft.com/office/powerpoint/2010/main" val="5666710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0E2705-4E00-4CC5-A038-27101F8AABB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대안과 차별화</a:t>
            </a:r>
          </a:p>
        </p:txBody>
      </p:sp>
      <p:sp>
        <p:nvSpPr>
          <p:cNvPr id="2" name="">
            <a:extLst xmlns:a="http://schemas.openxmlformats.org/drawingml/2006/main">
              <a:ext uri="{FF2B5EF4-FFF2-40B4-BE49-F238E27FC236}">
                <a16:creationId xmlns:a16="http://schemas.microsoft.com/office/drawing/2014/main" id="{6920E775-E391-4BEB-9EA6-718AEEFF53C1}"/>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6F32547C-480F-4311-B746-A500CF60BA79}"/>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맥락을 관리하는 방식의 차이</a:t>
            </a:r>
          </a:p>
        </p:txBody>
      </p:sp>
      <p:sp>
        <p:nvSpPr>
          <p:cNvPr id="4" name="">
            <a:extLst xmlns:a="http://schemas.openxmlformats.org/drawingml/2006/main">
              <a:ext uri="{FF2B5EF4-FFF2-40B4-BE49-F238E27FC236}">
                <a16:creationId xmlns:a16="http://schemas.microsoft.com/office/drawing/2014/main" id="{CA6659F8-45C9-4BE9-A8A3-0C938F33AA0D}"/>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0C200A3-CD61-47B5-8434-7C3FAF7F1136}"/>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제공 방식 기준 비교 · Aethon 품질·가격·시간 우위는 미검증 / 밍글스튜디오 서비스 안내, 현재 제품 구조</a:t>
            </a:r>
          </a:p>
        </p:txBody>
      </p:sp>
      <p:graphicFrame>
        <p:nvGraphicFramePr>
          <p:cNvPr id="6" name="">
            <a:extLst xmlns:a="http://schemas.openxmlformats.org/drawingml/2006/main">
              <a:ext uri="{FF2B5EF4-FFF2-40B4-BE49-F238E27FC236}">
                <a16:creationId xmlns:a16="http://schemas.microsoft.com/office/drawing/2014/main" id="{BEDFF713-345F-42B8-9BA4-27B8508B76C2}"/>
              </a:ext>
            </a:extLst>
          </p:cNvPr>
          <p:cNvGraphicFramePr/>
          <p:nvPr/>
        </p:nvGraphicFramePr>
        <p:xfrm>
          <a:off xmlns:a="http://schemas.openxmlformats.org/drawingml/2006/main" x="762000" y="2543175"/>
          <a:ext xmlns:a="http://schemas.openxmlformats.org/drawingml/2006/main" cx="13716000" cy="4000500"/>
        </p:xfrm>
        <a:graphic xmlns:a="http://schemas.openxmlformats.org/drawingml/2006/main">
          <a:graphicData uri="http://schemas.openxmlformats.org/drawingml/2006/table">
            <a:tbl>
              <a:tblPr/>
              <a:tblGrid>
                <a:gridCol w="2143125"/>
                <a:gridCol w="3714750"/>
                <a:gridCol w="3714750"/>
                <a:gridCol w="4143375"/>
              </a:tblGrid>
              <a:tr h="571500">
                <a:tc>
                  <a:txBody>
                    <a:bodyPr lIns="133350" tIns="133350" rIns="133350" bIns="133350"/>
                    <a:lstStyle/>
                    <a:p>
                      <a:r>
                        <a:rPr sz="1950" b="1">
                          <a:solidFill>
                            <a:srgbClr val="FFFFFF"/>
                          </a:solidFill>
                          <a:latin typeface="Malgun Gothic"/>
                          <a:ea typeface="Malgun Gothic"/>
                          <a:cs typeface="Malgun Gothic"/>
                        </a:rPr>
                        <a:t>비교 기준</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개별 생성·편집 도구</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전문 제작 외주</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Aethon의 목표</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1143000">
                <a:tc>
                  <a:txBody>
                    <a:bodyPr lIns="133350" tIns="133350" rIns="133350" bIns="133350"/>
                    <a:lstStyle/>
                    <a:p>
                      <a:r>
                        <a:rPr sz="1950" b="0">
                          <a:solidFill>
                            <a:srgbClr val="151C28"/>
                          </a:solidFill>
                          <a:latin typeface="Malgun Gothic"/>
                          <a:ea typeface="Malgun Gothic"/>
                          <a:cs typeface="Malgun Gothic"/>
                        </a:rPr>
                        <a:t>기획과 제작</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사용자가 도구를 조합</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계약 범위의 제작 수행</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IP·음원·장면을 연결</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선택과 수정</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파일·프롬프트를 직접 관리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레퍼런스·검수 의견 전달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Take·수정 이유·승인 관리</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다음 음악영상</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자료와 설정을 다시 연결</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새 의뢰와 범위 협의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같은 IP의 제작 맥락 재사용</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D7FA8249-B5AE-4D3C-84FB-C54CAC88DE7C}"/>
              </a:ext>
            </a:extLst>
          </p:cNvPr>
          <p:cNvSpPr>
            <a:spLocks xmlns:a="http://schemas.openxmlformats.org/drawingml/2006/main" noGrp="1"/>
          </p:cNvSpPr>
          <p:nvPr/>
        </p:nvSpPr>
        <p:spPr>
          <a:xfrm xmlns:a="http://schemas.openxmlformats.org/drawingml/2006/main">
            <a:off x="762000" y="70866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6A9A"/>
                </a:solidFill>
                <a:latin typeface="Malgun Gothic"/>
                <a:ea typeface="Malgun Gothic"/>
                <a:cs typeface="Malgun Gothic"/>
              </a:defRPr>
            </a:defPPr>
            <a:lvl1pPr algn="l">
              <a:defRPr sz="1875" b="1">
                <a:solidFill>
                  <a:srgbClr val="126A9A"/>
                </a:solidFill>
                <a:latin typeface="Malgun Gothic"/>
                <a:ea typeface="Malgun Gothic"/>
                <a:cs typeface="Malgun Gothic"/>
              </a:defRPr>
            </a:lvl1pPr>
            <a:lvl2pPr algn="l">
              <a:defRPr sz="1875" b="1">
                <a:solidFill>
                  <a:srgbClr val="126A9A"/>
                </a:solidFill>
                <a:latin typeface="Malgun Gothic"/>
                <a:ea typeface="Malgun Gothic"/>
                <a:cs typeface="Malgun Gothic"/>
              </a:defRPr>
            </a:lvl2pPr>
            <a:lvl3pPr algn="l">
              <a:defRPr sz="1875" b="1">
                <a:solidFill>
                  <a:srgbClr val="126A9A"/>
                </a:solidFill>
                <a:latin typeface="Malgun Gothic"/>
                <a:ea typeface="Malgun Gothic"/>
                <a:cs typeface="Malgun Gothic"/>
              </a:defRPr>
            </a:lvl3pPr>
            <a:lvl4pPr algn="l">
              <a:defRPr sz="1875" b="1">
                <a:solidFill>
                  <a:srgbClr val="126A9A"/>
                </a:solidFill>
                <a:latin typeface="Malgun Gothic"/>
                <a:ea typeface="Malgun Gothic"/>
                <a:cs typeface="Malgun Gothic"/>
              </a:defRPr>
            </a:lvl4pPr>
            <a:lvl5pPr algn="l">
              <a:defRPr sz="1875" b="1">
                <a:solidFill>
                  <a:srgbClr val="126A9A"/>
                </a:solidFill>
                <a:latin typeface="Malgun Gothic"/>
                <a:ea typeface="Malgun Gothic"/>
                <a:cs typeface="Malgun Gothic"/>
              </a:defRPr>
            </a:lvl5pPr>
            <a:lvl6pPr algn="l">
              <a:defRPr sz="1875" b="1">
                <a:solidFill>
                  <a:srgbClr val="126A9A"/>
                </a:solidFill>
                <a:latin typeface="Malgun Gothic"/>
                <a:ea typeface="Malgun Gothic"/>
                <a:cs typeface="Malgun Gothic"/>
              </a:defRPr>
            </a:lvl6pPr>
            <a:lvl7pPr algn="l">
              <a:defRPr sz="1875" b="1">
                <a:solidFill>
                  <a:srgbClr val="126A9A"/>
                </a:solidFill>
                <a:latin typeface="Malgun Gothic"/>
                <a:ea typeface="Malgun Gothic"/>
                <a:cs typeface="Malgun Gothic"/>
              </a:defRPr>
            </a:lvl7pPr>
            <a:lvl8pPr algn="l">
              <a:defRPr sz="1875" b="1">
                <a:solidFill>
                  <a:srgbClr val="126A9A"/>
                </a:solidFill>
                <a:latin typeface="Malgun Gothic"/>
                <a:ea typeface="Malgun Gothic"/>
                <a:cs typeface="Malgun Gothic"/>
              </a:defRPr>
            </a:lvl8pPr>
            <a:lvl9pPr algn="l">
              <a:defRPr sz="1875" b="1">
                <a:solidFill>
                  <a:srgbClr val="126A9A"/>
                </a:solidFill>
                <a:latin typeface="Malgun Gothic"/>
                <a:ea typeface="Malgun Gothic"/>
                <a:cs typeface="Malgun Gothic"/>
              </a:defRPr>
            </a:lvl9pPr>
          </a:lstStyle>
          <a:p xmlns:a="http://schemas.openxmlformats.org/drawingml/2006/main">
            <a:pPr algn="l">
              <a:defRPr sz="1875" b="1">
                <a:solidFill>
                  <a:srgbClr val="126A9A"/>
                </a:solidFill>
                <a:latin typeface="Malgun Gothic"/>
                <a:ea typeface="Malgun Gothic"/>
                <a:cs typeface="Malgun Gothic"/>
              </a:defRPr>
            </a:pPr>
            <a:r>
              <a:rPr sz="1875" b="1">
                <a:solidFill>
                  <a:srgbClr val="126A9A"/>
                </a:solidFill>
                <a:latin typeface="Malgun Gothic"/>
                <a:ea typeface="Malgun Gothic"/>
                <a:cs typeface="Malgun Gothic"/>
              </a:rPr>
              <a:t>차별화 가설</a:t>
            </a:r>
          </a:p>
        </p:txBody>
      </p:sp>
      <p:sp>
        <p:nvSpPr>
          <p:cNvPr id="8" name="">
            <a:extLst xmlns:a="http://schemas.openxmlformats.org/drawingml/2006/main">
              <a:ext uri="{FF2B5EF4-FFF2-40B4-BE49-F238E27FC236}">
                <a16:creationId xmlns:a16="http://schemas.microsoft.com/office/drawing/2014/main" id="{E7045496-81CC-4989-9344-26FAC4D295C4}"/>
              </a:ext>
            </a:extLst>
          </p:cNvPr>
          <p:cNvSpPr>
            <a:spLocks xmlns:a="http://schemas.openxmlformats.org/drawingml/2006/main" noGrp="1"/>
          </p:cNvSpPr>
          <p:nvPr/>
        </p:nvSpPr>
        <p:spPr>
          <a:xfrm xmlns:a="http://schemas.openxmlformats.org/drawingml/2006/main">
            <a:off x="3143250" y="7029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한 편의 생성 결과를 넘어, 동일 IP의 반복 제작을 관리</a:t>
            </a:r>
          </a:p>
        </p:txBody>
      </p:sp>
    </p:spTree>
    <p:extLst>
      <p:ext uri="{BB962C8B-B14F-4D97-AF65-F5344CB8AC3E}">
        <p14:creationId xmlns:p14="http://schemas.microsoft.com/office/powerpoint/2010/main" val="10090359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8F5BFA-8EC5-47C9-8522-AEAE6C4DC8F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수익 구조 가설</a:t>
            </a:r>
          </a:p>
        </p:txBody>
      </p:sp>
      <p:sp>
        <p:nvSpPr>
          <p:cNvPr id="2" name="">
            <a:extLst xmlns:a="http://schemas.openxmlformats.org/drawingml/2006/main">
              <a:ext uri="{FF2B5EF4-FFF2-40B4-BE49-F238E27FC236}">
                <a16:creationId xmlns:a16="http://schemas.microsoft.com/office/drawing/2014/main" id="{15467896-B6F5-4B83-A7FF-C1C88EA117F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FB5B28A2-4EE5-44AA-B290-3CCA2E9249D0}"/>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작업대 구독 + 생성 사용량 과금</a:t>
            </a:r>
          </a:p>
        </p:txBody>
      </p:sp>
      <p:sp>
        <p:nvSpPr>
          <p:cNvPr id="4" name="">
            <a:extLst xmlns:a="http://schemas.openxmlformats.org/drawingml/2006/main">
              <a:ext uri="{FF2B5EF4-FFF2-40B4-BE49-F238E27FC236}">
                <a16:creationId xmlns:a16="http://schemas.microsoft.com/office/drawing/2014/main" id="{0820F480-7670-427E-A502-97C193B044B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EFE48F04-9A91-4172-8283-88F91BE71892}"/>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가격·과금 단위·마진 미확정 · 실제 사용과 청구 내역을 바탕으로 검증할 사업 가설</a:t>
            </a:r>
          </a:p>
        </p:txBody>
      </p:sp>
      <p:sp>
        <p:nvSpPr>
          <p:cNvPr id="6" name="">
            <a:extLst xmlns:a="http://schemas.openxmlformats.org/drawingml/2006/main">
              <a:ext uri="{FF2B5EF4-FFF2-40B4-BE49-F238E27FC236}">
                <a16:creationId xmlns:a16="http://schemas.microsoft.com/office/drawing/2014/main" id="{41363A93-51F6-4177-A705-970C6AF76E35}"/>
              </a:ext>
            </a:extLst>
          </p:cNvPr>
          <p:cNvSpPr>
            <a:spLocks xmlns:a="http://schemas.openxmlformats.org/drawingml/2006/main" noGrp="1"/>
          </p:cNvSpPr>
          <p:nvPr/>
        </p:nvSpPr>
        <p:spPr>
          <a:xfrm xmlns:a="http://schemas.openxmlformats.org/drawingml/2006/main">
            <a:off x="762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작업대 구독</a:t>
            </a:r>
          </a:p>
        </p:txBody>
      </p:sp>
      <p:sp>
        <p:nvSpPr>
          <p:cNvPr id="7" name="">
            <a:extLst xmlns:a="http://schemas.openxmlformats.org/drawingml/2006/main">
              <a:ext uri="{FF2B5EF4-FFF2-40B4-BE49-F238E27FC236}">
                <a16:creationId xmlns:a16="http://schemas.microsoft.com/office/drawing/2014/main" id="{0AAD7B62-26C7-4C0F-8AE4-F055AC05E34E}"/>
              </a:ext>
            </a:extLst>
          </p:cNvPr>
          <p:cNvSpPr>
            <a:spLocks xmlns:a="http://schemas.openxmlformats.org/drawingml/2006/main" noGrp="1"/>
          </p:cNvSpPr>
          <p:nvPr/>
        </p:nvSpPr>
        <p:spPr>
          <a:xfrm xmlns:a="http://schemas.openxmlformats.org/drawingml/2006/main">
            <a:off x="762000" y="3438525"/>
            <a:ext cx="581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프로젝트·IP·버전·승인 기록</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반복 제작에 필요한 작업 관리</a:t>
            </a:r>
          </a:p>
        </p:txBody>
      </p:sp>
      <p:sp>
        <p:nvSpPr>
          <p:cNvPr id="8" name="">
            <a:extLst xmlns:a="http://schemas.openxmlformats.org/drawingml/2006/main">
              <a:ext uri="{FF2B5EF4-FFF2-40B4-BE49-F238E27FC236}">
                <a16:creationId xmlns:a16="http://schemas.microsoft.com/office/drawing/2014/main" id="{72356705-5E49-4D9A-BFEC-693F37B3122A}"/>
              </a:ext>
            </a:extLst>
          </p:cNvPr>
          <p:cNvSpPr>
            <a:spLocks xmlns:a="http://schemas.openxmlformats.org/drawingml/2006/main" noGrp="1"/>
          </p:cNvSpPr>
          <p:nvPr/>
        </p:nvSpPr>
        <p:spPr>
          <a:xfrm xmlns:a="http://schemas.openxmlformats.org/drawingml/2006/main">
            <a:off x="7124700" y="3095625"/>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875" b="0">
                <a:solidFill>
                  <a:srgbClr val="126A9A"/>
                </a:solidFill>
                <a:latin typeface="Malgun Gothic"/>
                <a:ea typeface="Malgun Gothic"/>
                <a:cs typeface="Malgun Gothic"/>
              </a:defRPr>
            </a:defPPr>
            <a:lvl1pPr algn="ctr">
              <a:defRPr sz="4875" b="0">
                <a:solidFill>
                  <a:srgbClr val="126A9A"/>
                </a:solidFill>
                <a:latin typeface="Malgun Gothic"/>
                <a:ea typeface="Malgun Gothic"/>
                <a:cs typeface="Malgun Gothic"/>
              </a:defRPr>
            </a:lvl1pPr>
            <a:lvl2pPr algn="ctr">
              <a:defRPr sz="4875" b="0">
                <a:solidFill>
                  <a:srgbClr val="126A9A"/>
                </a:solidFill>
                <a:latin typeface="Malgun Gothic"/>
                <a:ea typeface="Malgun Gothic"/>
                <a:cs typeface="Malgun Gothic"/>
              </a:defRPr>
            </a:lvl2pPr>
            <a:lvl3pPr algn="ctr">
              <a:defRPr sz="4875" b="0">
                <a:solidFill>
                  <a:srgbClr val="126A9A"/>
                </a:solidFill>
                <a:latin typeface="Malgun Gothic"/>
                <a:ea typeface="Malgun Gothic"/>
                <a:cs typeface="Malgun Gothic"/>
              </a:defRPr>
            </a:lvl3pPr>
            <a:lvl4pPr algn="ctr">
              <a:defRPr sz="4875" b="0">
                <a:solidFill>
                  <a:srgbClr val="126A9A"/>
                </a:solidFill>
                <a:latin typeface="Malgun Gothic"/>
                <a:ea typeface="Malgun Gothic"/>
                <a:cs typeface="Malgun Gothic"/>
              </a:defRPr>
            </a:lvl4pPr>
            <a:lvl5pPr algn="ctr">
              <a:defRPr sz="4875" b="0">
                <a:solidFill>
                  <a:srgbClr val="126A9A"/>
                </a:solidFill>
                <a:latin typeface="Malgun Gothic"/>
                <a:ea typeface="Malgun Gothic"/>
                <a:cs typeface="Malgun Gothic"/>
              </a:defRPr>
            </a:lvl5pPr>
            <a:lvl6pPr algn="ctr">
              <a:defRPr sz="4875" b="0">
                <a:solidFill>
                  <a:srgbClr val="126A9A"/>
                </a:solidFill>
                <a:latin typeface="Malgun Gothic"/>
                <a:ea typeface="Malgun Gothic"/>
                <a:cs typeface="Malgun Gothic"/>
              </a:defRPr>
            </a:lvl6pPr>
            <a:lvl7pPr algn="ctr">
              <a:defRPr sz="4875" b="0">
                <a:solidFill>
                  <a:srgbClr val="126A9A"/>
                </a:solidFill>
                <a:latin typeface="Malgun Gothic"/>
                <a:ea typeface="Malgun Gothic"/>
                <a:cs typeface="Malgun Gothic"/>
              </a:defRPr>
            </a:lvl7pPr>
            <a:lvl8pPr algn="ctr">
              <a:defRPr sz="4875" b="0">
                <a:solidFill>
                  <a:srgbClr val="126A9A"/>
                </a:solidFill>
                <a:latin typeface="Malgun Gothic"/>
                <a:ea typeface="Malgun Gothic"/>
                <a:cs typeface="Malgun Gothic"/>
              </a:defRPr>
            </a:lvl8pPr>
            <a:lvl9pPr algn="ctr">
              <a:defRPr sz="4875" b="0">
                <a:solidFill>
                  <a:srgbClr val="126A9A"/>
                </a:solidFill>
                <a:latin typeface="Malgun Gothic"/>
                <a:ea typeface="Malgun Gothic"/>
                <a:cs typeface="Malgun Gothic"/>
              </a:defRPr>
            </a:lvl9pPr>
          </a:lstStyle>
          <a:p xmlns:a="http://schemas.openxmlformats.org/drawingml/2006/main">
            <a:pPr algn="ctr">
              <a:defRPr sz="4875" b="0">
                <a:solidFill>
                  <a:srgbClr val="126A9A"/>
                </a:solidFill>
                <a:latin typeface="Malgun Gothic"/>
                <a:ea typeface="Malgun Gothic"/>
                <a:cs typeface="Malgun Gothic"/>
              </a:defRPr>
            </a:pPr>
            <a:r>
              <a:rPr sz="4875" b="0">
                <a:solidFill>
                  <a:srgbClr val="126A9A"/>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F4078512-3353-44EF-867B-59098F630A25}"/>
              </a:ext>
            </a:extLst>
          </p:cNvPr>
          <p:cNvSpPr>
            <a:spLocks xmlns:a="http://schemas.openxmlformats.org/drawingml/2006/main" noGrp="1"/>
          </p:cNvSpPr>
          <p:nvPr/>
        </p:nvSpPr>
        <p:spPr>
          <a:xfrm xmlns:a="http://schemas.openxmlformats.org/drawingml/2006/main">
            <a:off x="8763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생성 사용량</a:t>
            </a:r>
          </a:p>
        </p:txBody>
      </p:sp>
      <p:sp>
        <p:nvSpPr>
          <p:cNvPr id="10" name="">
            <a:extLst xmlns:a="http://schemas.openxmlformats.org/drawingml/2006/main">
              <a:ext uri="{FF2B5EF4-FFF2-40B4-BE49-F238E27FC236}">
                <a16:creationId xmlns:a16="http://schemas.microsoft.com/office/drawing/2014/main" id="{E3671CC8-7746-4C29-A629-21ED2CC2CF02}"/>
              </a:ext>
            </a:extLst>
          </p:cNvPr>
          <p:cNvSpPr>
            <a:spLocks xmlns:a="http://schemas.openxmlformats.org/drawingml/2006/main" noGrp="1"/>
          </p:cNvSpPr>
          <p:nvPr/>
        </p:nvSpPr>
        <p:spPr>
          <a:xfrm xmlns:a="http://schemas.openxmlformats.org/drawingml/2006/main">
            <a:off x="8763000" y="3438525"/>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모델 호출과 영상 처리량</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실제 발생 비용을 반영</a:t>
            </a:r>
          </a:p>
        </p:txBody>
      </p:sp>
      <p:sp>
        <p:nvSpPr>
          <p:cNvPr id="11" name="">
            <a:extLst xmlns:a="http://schemas.openxmlformats.org/drawingml/2006/main">
              <a:ext uri="{FF2B5EF4-FFF2-40B4-BE49-F238E27FC236}">
                <a16:creationId xmlns:a16="http://schemas.microsoft.com/office/drawing/2014/main" id="{163F3679-EAE3-4F02-A4F9-F12D5BAD61EB}"/>
              </a:ext>
            </a:extLst>
          </p:cNvPr>
          <p:cNvSpPr>
            <a:spLocks xmlns:a="http://schemas.openxmlformats.org/drawingml/2006/main" noGrp="1"/>
          </p:cNvSpPr>
          <p:nvPr/>
        </p:nvSpPr>
        <p:spPr>
          <a:xfrm xmlns:a="http://schemas.openxmlformats.org/drawingml/2006/main">
            <a:off x="762000" y="53816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2" name="">
            <a:extLst xmlns:a="http://schemas.openxmlformats.org/drawingml/2006/main">
              <a:ext uri="{FF2B5EF4-FFF2-40B4-BE49-F238E27FC236}">
                <a16:creationId xmlns:a16="http://schemas.microsoft.com/office/drawing/2014/main" id="{A4CB53AB-E3A6-4033-A171-6E8FB2D6F28F}"/>
              </a:ext>
            </a:extLst>
          </p:cNvPr>
          <p:cNvSpPr>
            <a:spLocks xmlns:a="http://schemas.openxmlformats.org/drawingml/2006/main" noGrp="1"/>
          </p:cNvSpPr>
          <p:nvPr/>
        </p:nvSpPr>
        <p:spPr>
          <a:xfrm xmlns:a="http://schemas.openxmlformats.org/drawingml/2006/main">
            <a:off x="762000" y="57816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6A9A"/>
                </a:solidFill>
                <a:latin typeface="Malgun Gothic"/>
                <a:ea typeface="Malgun Gothic"/>
                <a:cs typeface="Malgun Gothic"/>
              </a:defRPr>
            </a:defPPr>
            <a:lvl1pPr algn="l">
              <a:defRPr sz="2325" b="1">
                <a:solidFill>
                  <a:srgbClr val="126A9A"/>
                </a:solidFill>
                <a:latin typeface="Malgun Gothic"/>
                <a:ea typeface="Malgun Gothic"/>
                <a:cs typeface="Malgun Gothic"/>
              </a:defRPr>
            </a:lvl1pPr>
            <a:lvl2pPr algn="l">
              <a:defRPr sz="2325" b="1">
                <a:solidFill>
                  <a:srgbClr val="126A9A"/>
                </a:solidFill>
                <a:latin typeface="Malgun Gothic"/>
                <a:ea typeface="Malgun Gothic"/>
                <a:cs typeface="Malgun Gothic"/>
              </a:defRPr>
            </a:lvl2pPr>
            <a:lvl3pPr algn="l">
              <a:defRPr sz="2325" b="1">
                <a:solidFill>
                  <a:srgbClr val="126A9A"/>
                </a:solidFill>
                <a:latin typeface="Malgun Gothic"/>
                <a:ea typeface="Malgun Gothic"/>
                <a:cs typeface="Malgun Gothic"/>
              </a:defRPr>
            </a:lvl3pPr>
            <a:lvl4pPr algn="l">
              <a:defRPr sz="2325" b="1">
                <a:solidFill>
                  <a:srgbClr val="126A9A"/>
                </a:solidFill>
                <a:latin typeface="Malgun Gothic"/>
                <a:ea typeface="Malgun Gothic"/>
                <a:cs typeface="Malgun Gothic"/>
              </a:defRPr>
            </a:lvl4pPr>
            <a:lvl5pPr algn="l">
              <a:defRPr sz="2325" b="1">
                <a:solidFill>
                  <a:srgbClr val="126A9A"/>
                </a:solidFill>
                <a:latin typeface="Malgun Gothic"/>
                <a:ea typeface="Malgun Gothic"/>
                <a:cs typeface="Malgun Gothic"/>
              </a:defRPr>
            </a:lvl5pPr>
            <a:lvl6pPr algn="l">
              <a:defRPr sz="2325" b="1">
                <a:solidFill>
                  <a:srgbClr val="126A9A"/>
                </a:solidFill>
                <a:latin typeface="Malgun Gothic"/>
                <a:ea typeface="Malgun Gothic"/>
                <a:cs typeface="Malgun Gothic"/>
              </a:defRPr>
            </a:lvl6pPr>
            <a:lvl7pPr algn="l">
              <a:defRPr sz="2325" b="1">
                <a:solidFill>
                  <a:srgbClr val="126A9A"/>
                </a:solidFill>
                <a:latin typeface="Malgun Gothic"/>
                <a:ea typeface="Malgun Gothic"/>
                <a:cs typeface="Malgun Gothic"/>
              </a:defRPr>
            </a:lvl7pPr>
            <a:lvl8pPr algn="l">
              <a:defRPr sz="2325" b="1">
                <a:solidFill>
                  <a:srgbClr val="126A9A"/>
                </a:solidFill>
                <a:latin typeface="Malgun Gothic"/>
                <a:ea typeface="Malgun Gothic"/>
                <a:cs typeface="Malgun Gothic"/>
              </a:defRPr>
            </a:lvl8pPr>
            <a:lvl9pPr algn="l">
              <a:defRPr sz="2325" b="1">
                <a:solidFill>
                  <a:srgbClr val="126A9A"/>
                </a:solidFill>
                <a:latin typeface="Malgun Gothic"/>
                <a:ea typeface="Malgun Gothic"/>
                <a:cs typeface="Malgun Gothic"/>
              </a:defRPr>
            </a:lvl9pPr>
          </a:lstStyle>
          <a:p xmlns:a="http://schemas.openxmlformats.org/drawingml/2006/main">
            <a:pPr algn="l">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승인 결과물당 비용</a:t>
            </a:r>
          </a:p>
        </p:txBody>
      </p:sp>
      <p:sp>
        <p:nvSpPr>
          <p:cNvPr id="13" name="">
            <a:extLst xmlns:a="http://schemas.openxmlformats.org/drawingml/2006/main">
              <a:ext uri="{FF2B5EF4-FFF2-40B4-BE49-F238E27FC236}">
                <a16:creationId xmlns:a16="http://schemas.microsoft.com/office/drawing/2014/main" id="{E157C45D-3E57-432E-BC42-F7DACBD43237}"/>
              </a:ext>
            </a:extLst>
          </p:cNvPr>
          <p:cNvSpPr>
            <a:spLocks xmlns:a="http://schemas.openxmlformats.org/drawingml/2006/main" noGrp="1"/>
          </p:cNvSpPr>
          <p:nvPr/>
        </p:nvSpPr>
        <p:spPr>
          <a:xfrm xmlns:a="http://schemas.openxmlformats.org/drawingml/2006/main">
            <a:off x="6000750" y="58102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243D50"/>
                </a:solidFill>
                <a:latin typeface="Malgun Gothic"/>
                <a:ea typeface="Malgun Gothic"/>
                <a:cs typeface="Malgun Gothic"/>
              </a:defRPr>
            </a:defPPr>
            <a:lvl1pPr algn="ctr">
              <a:defRPr sz="1950" b="1">
                <a:solidFill>
                  <a:srgbClr val="243D50"/>
                </a:solidFill>
                <a:latin typeface="Malgun Gothic"/>
                <a:ea typeface="Malgun Gothic"/>
                <a:cs typeface="Malgun Gothic"/>
              </a:defRPr>
            </a:lvl1pPr>
            <a:lvl2pPr algn="ctr">
              <a:defRPr sz="1950" b="1">
                <a:solidFill>
                  <a:srgbClr val="243D50"/>
                </a:solidFill>
                <a:latin typeface="Malgun Gothic"/>
                <a:ea typeface="Malgun Gothic"/>
                <a:cs typeface="Malgun Gothic"/>
              </a:defRPr>
            </a:lvl2pPr>
            <a:lvl3pPr algn="ctr">
              <a:defRPr sz="1950" b="1">
                <a:solidFill>
                  <a:srgbClr val="243D50"/>
                </a:solidFill>
                <a:latin typeface="Malgun Gothic"/>
                <a:ea typeface="Malgun Gothic"/>
                <a:cs typeface="Malgun Gothic"/>
              </a:defRPr>
            </a:lvl3pPr>
            <a:lvl4pPr algn="ctr">
              <a:defRPr sz="1950" b="1">
                <a:solidFill>
                  <a:srgbClr val="243D50"/>
                </a:solidFill>
                <a:latin typeface="Malgun Gothic"/>
                <a:ea typeface="Malgun Gothic"/>
                <a:cs typeface="Malgun Gothic"/>
              </a:defRPr>
            </a:lvl4pPr>
            <a:lvl5pPr algn="ctr">
              <a:defRPr sz="1950" b="1">
                <a:solidFill>
                  <a:srgbClr val="243D50"/>
                </a:solidFill>
                <a:latin typeface="Malgun Gothic"/>
                <a:ea typeface="Malgun Gothic"/>
                <a:cs typeface="Malgun Gothic"/>
              </a:defRPr>
            </a:lvl5pPr>
            <a:lvl6pPr algn="ctr">
              <a:defRPr sz="1950" b="1">
                <a:solidFill>
                  <a:srgbClr val="243D50"/>
                </a:solidFill>
                <a:latin typeface="Malgun Gothic"/>
                <a:ea typeface="Malgun Gothic"/>
                <a:cs typeface="Malgun Gothic"/>
              </a:defRPr>
            </a:lvl6pPr>
            <a:lvl7pPr algn="ctr">
              <a:defRPr sz="1950" b="1">
                <a:solidFill>
                  <a:srgbClr val="243D50"/>
                </a:solidFill>
                <a:latin typeface="Malgun Gothic"/>
                <a:ea typeface="Malgun Gothic"/>
                <a:cs typeface="Malgun Gothic"/>
              </a:defRPr>
            </a:lvl7pPr>
            <a:lvl8pPr algn="ctr">
              <a:defRPr sz="1950" b="1">
                <a:solidFill>
                  <a:srgbClr val="243D50"/>
                </a:solidFill>
                <a:latin typeface="Malgun Gothic"/>
                <a:ea typeface="Malgun Gothic"/>
                <a:cs typeface="Malgun Gothic"/>
              </a:defRPr>
            </a:lvl8pPr>
            <a:lvl9pPr algn="ctr">
              <a:defRPr sz="1950" b="1">
                <a:solidFill>
                  <a:srgbClr val="243D50"/>
                </a:solidFill>
                <a:latin typeface="Malgun Gothic"/>
                <a:ea typeface="Malgun Gothic"/>
                <a:cs typeface="Malgun Gothic"/>
              </a:defRPr>
            </a:lvl9pPr>
          </a:lstStyle>
          <a:p xmlns:a="http://schemas.openxmlformats.org/drawingml/2006/main">
            <a:pPr algn="ctr">
              <a:defRPr sz="1950" b="1">
                <a:solidFill>
                  <a:srgbClr val="243D50"/>
                </a:solidFill>
                <a:latin typeface="Malgun Gothic"/>
                <a:ea typeface="Malgun Gothic"/>
                <a:cs typeface="Malgun Gothic"/>
              </a:defRPr>
            </a:pPr>
            <a:r>
              <a:rPr sz="1950" b="1">
                <a:solidFill>
                  <a:srgbClr val="243D50"/>
                </a:solidFill>
                <a:latin typeface="Malgun Gothic"/>
                <a:ea typeface="Malgun Gothic"/>
                <a:cs typeface="Malgun Gothic"/>
              </a:rPr>
              <a:t>생성·재시도 + 편집·처리 + 저장·전송 + 지원 비용</a:t>
            </a:r>
          </a:p>
        </p:txBody>
      </p:sp>
      <p:sp>
        <p:nvSpPr>
          <p:cNvPr id="14" name="">
            <a:extLst xmlns:a="http://schemas.openxmlformats.org/drawingml/2006/main">
              <a:ext uri="{FF2B5EF4-FFF2-40B4-BE49-F238E27FC236}">
                <a16:creationId xmlns:a16="http://schemas.microsoft.com/office/drawing/2014/main" id="{120D3320-D4B5-469C-BAE3-2A0D1ED27F4E}"/>
              </a:ext>
            </a:extLst>
          </p:cNvPr>
          <p:cNvSpPr>
            <a:spLocks xmlns:a="http://schemas.openxmlformats.org/drawingml/2006/main" noGrp="1"/>
          </p:cNvSpPr>
          <p:nvPr/>
        </p:nvSpPr>
        <p:spPr>
          <a:xfrm xmlns:a="http://schemas.openxmlformats.org/drawingml/2006/main">
            <a:off x="5953125" y="6448425"/>
            <a:ext cx="8524875"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90DBBA2F-ADE4-4A61-BB3C-2CAE7D53FFDE}"/>
              </a:ext>
            </a:extLst>
          </p:cNvPr>
          <p:cNvSpPr>
            <a:spLocks xmlns:a="http://schemas.openxmlformats.org/drawingml/2006/main" noGrp="1"/>
          </p:cNvSpPr>
          <p:nvPr/>
        </p:nvSpPr>
        <p:spPr>
          <a:xfrm xmlns:a="http://schemas.openxmlformats.org/drawingml/2006/main">
            <a:off x="6000750" y="66294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51C28"/>
                </a:solidFill>
                <a:latin typeface="Malgun Gothic"/>
                <a:ea typeface="Malgun Gothic"/>
                <a:cs typeface="Malgun Gothic"/>
              </a:defRPr>
            </a:defPPr>
            <a:lvl1pPr algn="ctr">
              <a:defRPr sz="2025" b="1">
                <a:solidFill>
                  <a:srgbClr val="151C28"/>
                </a:solidFill>
                <a:latin typeface="Malgun Gothic"/>
                <a:ea typeface="Malgun Gothic"/>
                <a:cs typeface="Malgun Gothic"/>
              </a:defRPr>
            </a:lvl1pPr>
            <a:lvl2pPr algn="ctr">
              <a:defRPr sz="2025" b="1">
                <a:solidFill>
                  <a:srgbClr val="151C28"/>
                </a:solidFill>
                <a:latin typeface="Malgun Gothic"/>
                <a:ea typeface="Malgun Gothic"/>
                <a:cs typeface="Malgun Gothic"/>
              </a:defRPr>
            </a:lvl2pPr>
            <a:lvl3pPr algn="ctr">
              <a:defRPr sz="2025" b="1">
                <a:solidFill>
                  <a:srgbClr val="151C28"/>
                </a:solidFill>
                <a:latin typeface="Malgun Gothic"/>
                <a:ea typeface="Malgun Gothic"/>
                <a:cs typeface="Malgun Gothic"/>
              </a:defRPr>
            </a:lvl3pPr>
            <a:lvl4pPr algn="ctr">
              <a:defRPr sz="2025" b="1">
                <a:solidFill>
                  <a:srgbClr val="151C28"/>
                </a:solidFill>
                <a:latin typeface="Malgun Gothic"/>
                <a:ea typeface="Malgun Gothic"/>
                <a:cs typeface="Malgun Gothic"/>
              </a:defRPr>
            </a:lvl4pPr>
            <a:lvl5pPr algn="ctr">
              <a:defRPr sz="2025" b="1">
                <a:solidFill>
                  <a:srgbClr val="151C28"/>
                </a:solidFill>
                <a:latin typeface="Malgun Gothic"/>
                <a:ea typeface="Malgun Gothic"/>
                <a:cs typeface="Malgun Gothic"/>
              </a:defRPr>
            </a:lvl5pPr>
            <a:lvl6pPr algn="ctr">
              <a:defRPr sz="2025" b="1">
                <a:solidFill>
                  <a:srgbClr val="151C28"/>
                </a:solidFill>
                <a:latin typeface="Malgun Gothic"/>
                <a:ea typeface="Malgun Gothic"/>
                <a:cs typeface="Malgun Gothic"/>
              </a:defRPr>
            </a:lvl6pPr>
            <a:lvl7pPr algn="ctr">
              <a:defRPr sz="2025" b="1">
                <a:solidFill>
                  <a:srgbClr val="151C28"/>
                </a:solidFill>
                <a:latin typeface="Malgun Gothic"/>
                <a:ea typeface="Malgun Gothic"/>
                <a:cs typeface="Malgun Gothic"/>
              </a:defRPr>
            </a:lvl7pPr>
            <a:lvl8pPr algn="ctr">
              <a:defRPr sz="2025" b="1">
                <a:solidFill>
                  <a:srgbClr val="151C28"/>
                </a:solidFill>
                <a:latin typeface="Malgun Gothic"/>
                <a:ea typeface="Malgun Gothic"/>
                <a:cs typeface="Malgun Gothic"/>
              </a:defRPr>
            </a:lvl8pPr>
            <a:lvl9pPr algn="ctr">
              <a:defRPr sz="2025" b="1">
                <a:solidFill>
                  <a:srgbClr val="151C28"/>
                </a:solidFill>
                <a:latin typeface="Malgun Gothic"/>
                <a:ea typeface="Malgun Gothic"/>
                <a:cs typeface="Malgun Gothic"/>
              </a:defRPr>
            </a:lvl9pPr>
          </a:lstStyle>
          <a:p xmlns:a="http://schemas.openxmlformats.org/drawingml/2006/main">
            <a:pPr algn="ctr">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같은 기간의 승인 결과물 수</a:t>
            </a:r>
          </a:p>
        </p:txBody>
      </p:sp>
      <p:sp>
        <p:nvSpPr>
          <p:cNvPr id="16" name="">
            <a:extLst xmlns:a="http://schemas.openxmlformats.org/drawingml/2006/main">
              <a:ext uri="{FF2B5EF4-FFF2-40B4-BE49-F238E27FC236}">
                <a16:creationId xmlns:a16="http://schemas.microsoft.com/office/drawing/2014/main" id="{8C5B9832-5487-4D7B-8B6C-ED9AAB092B37}"/>
              </a:ext>
            </a:extLst>
          </p:cNvPr>
          <p:cNvSpPr>
            <a:spLocks xmlns:a="http://schemas.openxmlformats.org/drawingml/2006/main" noGrp="1"/>
          </p:cNvSpPr>
          <p:nvPr/>
        </p:nvSpPr>
        <p:spPr>
          <a:xfrm xmlns:a="http://schemas.openxmlformats.org/drawingml/2006/main">
            <a:off x="762000" y="737235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실제 청구 초수와 최종 채택 영상 길이를 구분해 측정</a:t>
            </a:r>
          </a:p>
        </p:txBody>
      </p:sp>
    </p:spTree>
    <p:extLst>
      <p:ext uri="{BB962C8B-B14F-4D97-AF65-F5344CB8AC3E}">
        <p14:creationId xmlns:p14="http://schemas.microsoft.com/office/powerpoint/2010/main" val="12038542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
            <a:extLst xmlns:a="http://schemas.openxmlformats.org/drawingml/2006/main">
              <a:ext uri="{FF2B5EF4-FFF2-40B4-BE49-F238E27FC236}">
                <a16:creationId xmlns:a16="http://schemas.microsoft.com/office/drawing/2014/main" id="{ABFD033E-2800-4AC0-89E4-BEBE3FBD3423}"/>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시스템 아키텍처</a:t>
            </a:r>
          </a:p>
        </p:txBody>
      </p:sp>
      <p:sp>
        <p:nvSpPr>
          <p:cNvPr id="2" name="">
            <a:extLst xmlns:a="http://schemas.openxmlformats.org/drawingml/2006/main">
              <a:ext uri="{FF2B5EF4-FFF2-40B4-BE49-F238E27FC236}">
                <a16:creationId xmlns:a16="http://schemas.microsoft.com/office/drawing/2014/main" id="{B468B72B-1084-4ACC-95FF-BDC35F8B48FE}"/>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8C06A1AA-C0D3-4CD9-BAFE-D7A6E1C41491}"/>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현재 시스템과 향후 확장 구조</a:t>
            </a:r>
          </a:p>
        </p:txBody>
      </p:sp>
      <p:sp>
        <p:nvSpPr>
          <p:cNvPr id="4" name="">
            <a:extLst xmlns:a="http://schemas.openxmlformats.org/drawingml/2006/main">
              <a:ext uri="{FF2B5EF4-FFF2-40B4-BE49-F238E27FC236}">
                <a16:creationId xmlns:a16="http://schemas.microsoft.com/office/drawing/2014/main" id="{27EEC68F-2632-43AA-96BD-C1A09E475238}"/>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E3DB77AC-F829-43D8-9004-DDCAA467265D}"/>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코드·제한 시험 / 향후: 도입 검토·미구현 · 실선은 작업·저장, 점선은 외부 연결 · HTML5 아이콘: W3C, CC BY 3.0</a:t>
            </a:r>
          </a:p>
        </p:txBody>
      </p:sp>
      <p:sp>
        <p:nvSpPr>
          <p:cNvPr id="6" name="">
            <a:extLst xmlns:a="http://schemas.openxmlformats.org/drawingml/2006/main">
              <a:ext uri="{FF2B5EF4-FFF2-40B4-BE49-F238E27FC236}">
                <a16:creationId xmlns:a16="http://schemas.microsoft.com/office/drawing/2014/main" id="{E180EF7C-857B-4F2B-B4BB-BF114FFD890E}"/>
              </a:ext>
            </a:extLst>
          </p:cNvPr>
          <p:cNvSpPr>
            <a:spLocks xmlns:a="http://schemas.openxmlformats.org/drawingml/2006/main" noGrp="1"/>
          </p:cNvSpPr>
          <p:nvPr/>
        </p:nvSpPr>
        <p:spPr>
          <a:xfrm xmlns:a="http://schemas.openxmlformats.org/drawingml/2006/main">
            <a:off x="333375" y="1847850"/>
            <a:ext cx="1809750" cy="233362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B4442C43-03D2-42E4-A0F6-8BC435B7C165}"/>
              </a:ext>
            </a:extLst>
          </p:cNvPr>
          <p:cNvSpPr>
            <a:spLocks xmlns:a="http://schemas.openxmlformats.org/drawingml/2006/main" noGrp="1"/>
          </p:cNvSpPr>
          <p:nvPr/>
        </p:nvSpPr>
        <p:spPr>
          <a:xfrm xmlns:a="http://schemas.openxmlformats.org/drawingml/2006/main">
            <a:off x="466725" y="1943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F2F1C724-F2F8-4CDE-9313-5AA12B20E385}"/>
              </a:ext>
            </a:extLst>
          </p:cNvPr>
          <p:cNvSpPr>
            <a:spLocks xmlns:a="http://schemas.openxmlformats.org/drawingml/2006/main" noGrp="1"/>
          </p:cNvSpPr>
          <p:nvPr/>
        </p:nvSpPr>
        <p:spPr>
          <a:xfrm xmlns:a="http://schemas.openxmlformats.org/drawingml/2006/main">
            <a:off x="2305050" y="1847850"/>
            <a:ext cx="8858250" cy="2333625"/>
          </a:xfrm>
          <a:prstGeom xmlns:a="http://schemas.openxmlformats.org/drawingml/2006/main" prst="rect">
            <a:avLst/>
          </a:prstGeom>
          <a:solidFill xmlns:a="http://schemas.openxmlformats.org/drawingml/2006/main">
            <a:srgbClr val="F3F8FC"/>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50A7A8C3-9657-4C6B-8093-16C3FD0D7BCD}"/>
              </a:ext>
            </a:extLst>
          </p:cNvPr>
          <p:cNvSpPr>
            <a:spLocks xmlns:a="http://schemas.openxmlformats.org/drawingml/2006/main" noGrp="1"/>
          </p:cNvSpPr>
          <p:nvPr/>
        </p:nvSpPr>
        <p:spPr>
          <a:xfrm xmlns:a="http://schemas.openxmlformats.org/drawingml/2006/main">
            <a:off x="2438400" y="1943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Aethon 플랫폼 · 로컬</a:t>
            </a:r>
          </a:p>
        </p:txBody>
      </p:sp>
      <p:sp>
        <p:nvSpPr>
          <p:cNvPr id="10" name="">
            <a:extLst xmlns:a="http://schemas.openxmlformats.org/drawingml/2006/main">
              <a:ext uri="{FF2B5EF4-FFF2-40B4-BE49-F238E27FC236}">
                <a16:creationId xmlns:a16="http://schemas.microsoft.com/office/drawing/2014/main" id="{4F72B4EE-5E74-4FDC-B7CC-BA86AC47EFF0}"/>
              </a:ext>
            </a:extLst>
          </p:cNvPr>
          <p:cNvSpPr>
            <a:spLocks xmlns:a="http://schemas.openxmlformats.org/drawingml/2006/main" noGrp="1"/>
          </p:cNvSpPr>
          <p:nvPr/>
        </p:nvSpPr>
        <p:spPr>
          <a:xfrm xmlns:a="http://schemas.openxmlformats.org/drawingml/2006/main">
            <a:off x="11315700" y="1847850"/>
            <a:ext cx="3590925" cy="2333625"/>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CF428D48-E02E-447A-9F9D-6BE3CC1C2558}"/>
              </a:ext>
            </a:extLst>
          </p:cNvPr>
          <p:cNvSpPr>
            <a:spLocks xmlns:a="http://schemas.openxmlformats.org/drawingml/2006/main" noGrp="1"/>
          </p:cNvSpPr>
          <p:nvPr/>
        </p:nvSpPr>
        <p:spPr>
          <a:xfrm xmlns:a="http://schemas.openxmlformats.org/drawingml/2006/main">
            <a:off x="11449050" y="1943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AI · 제한 시험</a:t>
            </a:r>
          </a:p>
        </p:txBody>
      </p:sp>
      <p:sp>
        <p:nvSpPr>
          <p:cNvPr id="12" name="">
            <a:extLst xmlns:a="http://schemas.openxmlformats.org/drawingml/2006/main">
              <a:ext uri="{FF2B5EF4-FFF2-40B4-BE49-F238E27FC236}">
                <a16:creationId xmlns:a16="http://schemas.microsoft.com/office/drawing/2014/main" id="{59D3CC62-F4D8-4D97-90C4-BAC558219042}"/>
              </a:ext>
            </a:extLst>
          </p:cNvPr>
          <p:cNvSpPr>
            <a:spLocks xmlns:a="http://schemas.openxmlformats.org/drawingml/2006/main" noGrp="1"/>
          </p:cNvSpPr>
          <p:nvPr/>
        </p:nvSpPr>
        <p:spPr>
          <a:xfrm xmlns:a="http://schemas.openxmlformats.org/drawingml/2006/main">
            <a:off x="333375" y="4895850"/>
            <a:ext cx="1809750" cy="2647950"/>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63CF519B-F584-4391-B135-A8CEEBA7D145}"/>
              </a:ext>
            </a:extLst>
          </p:cNvPr>
          <p:cNvSpPr>
            <a:spLocks xmlns:a="http://schemas.openxmlformats.org/drawingml/2006/main" noGrp="1"/>
          </p:cNvSpPr>
          <p:nvPr/>
        </p:nvSpPr>
        <p:spPr>
          <a:xfrm xmlns:a="http://schemas.openxmlformats.org/drawingml/2006/main">
            <a:off x="466725" y="4991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14" name="">
            <a:extLst xmlns:a="http://schemas.openxmlformats.org/drawingml/2006/main">
              <a:ext uri="{FF2B5EF4-FFF2-40B4-BE49-F238E27FC236}">
                <a16:creationId xmlns:a16="http://schemas.microsoft.com/office/drawing/2014/main" id="{899B2F3A-7812-4695-BD08-DCB9E08E7937}"/>
              </a:ext>
            </a:extLst>
          </p:cNvPr>
          <p:cNvSpPr>
            <a:spLocks xmlns:a="http://schemas.openxmlformats.org/drawingml/2006/main" noGrp="1"/>
          </p:cNvSpPr>
          <p:nvPr/>
        </p:nvSpPr>
        <p:spPr>
          <a:xfrm xmlns:a="http://schemas.openxmlformats.org/drawingml/2006/main">
            <a:off x="2305050" y="4895850"/>
            <a:ext cx="8858250" cy="26479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15" name="">
            <a:extLst xmlns:a="http://schemas.openxmlformats.org/drawingml/2006/main">
              <a:ext uri="{FF2B5EF4-FFF2-40B4-BE49-F238E27FC236}">
                <a16:creationId xmlns:a16="http://schemas.microsoft.com/office/drawing/2014/main" id="{0F0FDD37-C63B-4807-AE3C-BF921A00A18D}"/>
              </a:ext>
            </a:extLst>
          </p:cNvPr>
          <p:cNvSpPr>
            <a:spLocks xmlns:a="http://schemas.openxmlformats.org/drawingml/2006/main" noGrp="1"/>
          </p:cNvSpPr>
          <p:nvPr/>
        </p:nvSpPr>
        <p:spPr>
          <a:xfrm xmlns:a="http://schemas.openxmlformats.org/drawingml/2006/main">
            <a:off x="2438400" y="4991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AWS Cloud · 단계적 도입 검토</a:t>
            </a:r>
          </a:p>
        </p:txBody>
      </p:sp>
      <p:sp>
        <p:nvSpPr>
          <p:cNvPr id="16" name="">
            <a:extLst xmlns:a="http://schemas.openxmlformats.org/drawingml/2006/main">
              <a:ext uri="{FF2B5EF4-FFF2-40B4-BE49-F238E27FC236}">
                <a16:creationId xmlns:a16="http://schemas.microsoft.com/office/drawing/2014/main" id="{6BD88499-42A1-44A6-AED3-EA767C81D381}"/>
              </a:ext>
            </a:extLst>
          </p:cNvPr>
          <p:cNvSpPr>
            <a:spLocks xmlns:a="http://schemas.openxmlformats.org/drawingml/2006/main" noGrp="1"/>
          </p:cNvSpPr>
          <p:nvPr/>
        </p:nvSpPr>
        <p:spPr>
          <a:xfrm xmlns:a="http://schemas.openxmlformats.org/drawingml/2006/main">
            <a:off x="4953000" y="5467350"/>
            <a:ext cx="4572000" cy="202882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7" name="">
            <a:extLst xmlns:a="http://schemas.openxmlformats.org/drawingml/2006/main">
              <a:ext uri="{FF2B5EF4-FFF2-40B4-BE49-F238E27FC236}">
                <a16:creationId xmlns:a16="http://schemas.microsoft.com/office/drawing/2014/main" id="{943E4296-9911-4688-893A-34F29A3C6D92}"/>
              </a:ext>
            </a:extLst>
          </p:cNvPr>
          <p:cNvSpPr>
            <a:spLocks xmlns:a="http://schemas.openxmlformats.org/drawingml/2006/main" noGrp="1"/>
          </p:cNvSpPr>
          <p:nvPr/>
        </p:nvSpPr>
        <p:spPr>
          <a:xfrm xmlns:a="http://schemas.openxmlformats.org/drawingml/2006/main">
            <a:off x="5086350" y="5562600"/>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958A5"/>
                </a:solidFill>
                <a:latin typeface="Malgun Gothic"/>
                <a:ea typeface="Malgun Gothic"/>
                <a:cs typeface="Malgun Gothic"/>
              </a:defRPr>
            </a:defPPr>
            <a:lvl1pPr algn="l">
              <a:defRPr sz="1500" b="1">
                <a:solidFill>
                  <a:srgbClr val="7958A5"/>
                </a:solidFill>
                <a:latin typeface="Malgun Gothic"/>
                <a:ea typeface="Malgun Gothic"/>
                <a:cs typeface="Malgun Gothic"/>
              </a:defRPr>
            </a:lvl1pPr>
            <a:lvl2pPr algn="l">
              <a:defRPr sz="1500" b="1">
                <a:solidFill>
                  <a:srgbClr val="7958A5"/>
                </a:solidFill>
                <a:latin typeface="Malgun Gothic"/>
                <a:ea typeface="Malgun Gothic"/>
                <a:cs typeface="Malgun Gothic"/>
              </a:defRPr>
            </a:lvl2pPr>
            <a:lvl3pPr algn="l">
              <a:defRPr sz="1500" b="1">
                <a:solidFill>
                  <a:srgbClr val="7958A5"/>
                </a:solidFill>
                <a:latin typeface="Malgun Gothic"/>
                <a:ea typeface="Malgun Gothic"/>
                <a:cs typeface="Malgun Gothic"/>
              </a:defRPr>
            </a:lvl3pPr>
            <a:lvl4pPr algn="l">
              <a:defRPr sz="1500" b="1">
                <a:solidFill>
                  <a:srgbClr val="7958A5"/>
                </a:solidFill>
                <a:latin typeface="Malgun Gothic"/>
                <a:ea typeface="Malgun Gothic"/>
                <a:cs typeface="Malgun Gothic"/>
              </a:defRPr>
            </a:lvl4pPr>
            <a:lvl5pPr algn="l">
              <a:defRPr sz="1500" b="1">
                <a:solidFill>
                  <a:srgbClr val="7958A5"/>
                </a:solidFill>
                <a:latin typeface="Malgun Gothic"/>
                <a:ea typeface="Malgun Gothic"/>
                <a:cs typeface="Malgun Gothic"/>
              </a:defRPr>
            </a:lvl5pPr>
            <a:lvl6pPr algn="l">
              <a:defRPr sz="1500" b="1">
                <a:solidFill>
                  <a:srgbClr val="7958A5"/>
                </a:solidFill>
                <a:latin typeface="Malgun Gothic"/>
                <a:ea typeface="Malgun Gothic"/>
                <a:cs typeface="Malgun Gothic"/>
              </a:defRPr>
            </a:lvl6pPr>
            <a:lvl7pPr algn="l">
              <a:defRPr sz="1500" b="1">
                <a:solidFill>
                  <a:srgbClr val="7958A5"/>
                </a:solidFill>
                <a:latin typeface="Malgun Gothic"/>
                <a:ea typeface="Malgun Gothic"/>
                <a:cs typeface="Malgun Gothic"/>
              </a:defRPr>
            </a:lvl7pPr>
            <a:lvl8pPr algn="l">
              <a:defRPr sz="1500" b="1">
                <a:solidFill>
                  <a:srgbClr val="7958A5"/>
                </a:solidFill>
                <a:latin typeface="Malgun Gothic"/>
                <a:ea typeface="Malgun Gothic"/>
                <a:cs typeface="Malgun Gothic"/>
              </a:defRPr>
            </a:lvl8pPr>
            <a:lvl9pPr algn="l">
              <a:defRPr sz="1500" b="1">
                <a:solidFill>
                  <a:srgbClr val="7958A5"/>
                </a:solidFill>
                <a:latin typeface="Malgun Gothic"/>
                <a:ea typeface="Malgun Gothic"/>
                <a:cs typeface="Malgun Gothic"/>
              </a:defRPr>
            </a:lvl9pPr>
          </a:lstStyle>
          <a:p xmlns:a="http://schemas.openxmlformats.org/drawingml/2006/main">
            <a:pPr algn="l">
              <a:defRPr sz="1500" b="1">
                <a:solidFill>
                  <a:srgbClr val="7958A5"/>
                </a:solidFill>
                <a:latin typeface="Malgun Gothic"/>
                <a:ea typeface="Malgun Gothic"/>
                <a:cs typeface="Malgun Gothic"/>
              </a:defRPr>
            </a:pPr>
            <a:r>
              <a:rPr sz="1500" b="1">
                <a:solidFill>
                  <a:srgbClr val="7958A5"/>
                </a:solidFill>
                <a:latin typeface="Malgun Gothic"/>
                <a:ea typeface="Malgun Gothic"/>
                <a:cs typeface="Malgun Gothic"/>
              </a:rPr>
              <a:t>VPC · 애플리케이션·운영 DB</a:t>
            </a:r>
          </a:p>
        </p:txBody>
      </p:sp>
      <p:sp>
        <p:nvSpPr>
          <p:cNvPr id="18" name="">
            <a:extLst xmlns:a="http://schemas.openxmlformats.org/drawingml/2006/main">
              <a:ext uri="{FF2B5EF4-FFF2-40B4-BE49-F238E27FC236}">
                <a16:creationId xmlns:a16="http://schemas.microsoft.com/office/drawing/2014/main" id="{848EFB1C-6E75-4B07-ABDC-22C68323C18B}"/>
              </a:ext>
            </a:extLst>
          </p:cNvPr>
          <p:cNvSpPr>
            <a:spLocks xmlns:a="http://schemas.openxmlformats.org/drawingml/2006/main" noGrp="1"/>
          </p:cNvSpPr>
          <p:nvPr/>
        </p:nvSpPr>
        <p:spPr>
          <a:xfrm xmlns:a="http://schemas.openxmlformats.org/drawingml/2006/main">
            <a:off x="11315700" y="4895850"/>
            <a:ext cx="3590925" cy="26479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9" name="">
            <a:extLst xmlns:a="http://schemas.openxmlformats.org/drawingml/2006/main">
              <a:ext uri="{FF2B5EF4-FFF2-40B4-BE49-F238E27FC236}">
                <a16:creationId xmlns:a16="http://schemas.microsoft.com/office/drawing/2014/main" id="{47D34B02-F7EB-4631-8669-12FB6E780522}"/>
              </a:ext>
            </a:extLst>
          </p:cNvPr>
          <p:cNvSpPr>
            <a:spLocks xmlns:a="http://schemas.openxmlformats.org/drawingml/2006/main" noGrp="1"/>
          </p:cNvSpPr>
          <p:nvPr/>
        </p:nvSpPr>
        <p:spPr>
          <a:xfrm xmlns:a="http://schemas.openxmlformats.org/drawingml/2006/main">
            <a:off x="11449050" y="4991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20" name="">
            <a:extLst xmlns:a="http://schemas.openxmlformats.org/drawingml/2006/main">
              <a:ext uri="{FF2B5EF4-FFF2-40B4-BE49-F238E27FC236}">
                <a16:creationId xmlns:a16="http://schemas.microsoft.com/office/drawing/2014/main" id="{C9902DD3-CBB5-477F-82F5-8A19268BC3C3}"/>
              </a:ext>
            </a:extLst>
          </p:cNvPr>
          <p:cNvCxnSpPr/>
          <p:nvPr/>
        </p:nvCxnSpPr>
        <p:spPr>
          <a:xfrm xmlns:a="http://schemas.openxmlformats.org/drawingml/2006/main" flipH="0" flipV="0">
            <a:off x="1952625" y="2990850"/>
            <a:ext cx="5524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728CD327-8667-4154-B7F5-D05977767ADD}"/>
              </a:ext>
            </a:extLst>
          </p:cNvPr>
          <p:cNvCxnSpPr/>
          <p:nvPr/>
        </p:nvCxnSpPr>
        <p:spPr>
          <a:xfrm xmlns:a="http://schemas.openxmlformats.org/drawingml/2006/main" flipH="0" flipV="0">
            <a:off x="43338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5A54683-0480-4768-BD27-4DD359B1D828}"/>
              </a:ext>
            </a:extLst>
          </p:cNvPr>
          <p:cNvCxnSpPr/>
          <p:nvPr/>
        </p:nvCxnSpPr>
        <p:spPr>
          <a:xfrm xmlns:a="http://schemas.openxmlformats.org/drawingml/2006/main" flipH="0" flipV="0">
            <a:off x="63150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EAACE24D-136F-4B6D-8AAC-0B9C57BB42D9}"/>
              </a:ext>
            </a:extLst>
          </p:cNvPr>
          <p:cNvCxnSpPr/>
          <p:nvPr/>
        </p:nvCxnSpPr>
        <p:spPr>
          <a:xfrm xmlns:a="http://schemas.openxmlformats.org/drawingml/2006/main" flipH="0" flipV="0">
            <a:off x="82962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E144466F-637C-4B8D-BBE4-2D4406DD5E17}"/>
              </a:ext>
            </a:extLst>
          </p:cNvPr>
          <p:cNvCxnSpPr/>
          <p:nvPr/>
        </p:nvCxnSpPr>
        <p:spPr>
          <a:xfrm xmlns:a="http://schemas.openxmlformats.org/drawingml/2006/main" flipH="0" flipV="0">
            <a:off x="341947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3F281880-D69D-422D-9F5B-98F896201BD8}"/>
              </a:ext>
            </a:extLst>
          </p:cNvPr>
          <p:cNvCxnSpPr/>
          <p:nvPr/>
        </p:nvCxnSpPr>
        <p:spPr>
          <a:xfrm xmlns:a="http://schemas.openxmlformats.org/drawingml/2006/main" flipH="0" flipV="0">
            <a:off x="968692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9D6A0238-595C-4B4F-8F4D-4ADA74F5A7F7}"/>
              </a:ext>
            </a:extLst>
          </p:cNvPr>
          <p:cNvCxnSpPr/>
          <p:nvPr/>
        </p:nvCxnSpPr>
        <p:spPr>
          <a:xfrm xmlns:a="http://schemas.openxmlformats.org/drawingml/2006/main" flipH="0" flipV="1">
            <a:off x="5400675" y="2133600"/>
            <a:ext cx="0" cy="323850"/>
          </a:xfrm>
          <a:prstGeom xmlns:a="http://schemas.openxmlformats.org/drawingml/2006/main" prst="straightConnector1">
            <a:avLst/>
          </a:prstGeom>
          <a:ln xmlns:a="http://schemas.openxmlformats.org/drawingml/2006/main" w="23813">
            <a:solidFill>
              <a:srgbClr val="7859A7"/>
            </a:solidFill>
            <a:prstDash val="dash"/>
          </a:ln>
        </p:spPr>
      </p:cxnSp>
      <p:cxnSp>
        <p:nvCxnSpPr>
          <p:cNvPr id="27" name="">
            <a:extLst xmlns:a="http://schemas.openxmlformats.org/drawingml/2006/main">
              <a:ext uri="{FF2B5EF4-FFF2-40B4-BE49-F238E27FC236}">
                <a16:creationId xmlns:a16="http://schemas.microsoft.com/office/drawing/2014/main" id="{C943BED8-5434-4799-8AF9-1C23D4AE8FBD}"/>
              </a:ext>
            </a:extLst>
          </p:cNvPr>
          <p:cNvCxnSpPr/>
          <p:nvPr/>
        </p:nvCxnSpPr>
        <p:spPr>
          <a:xfrm xmlns:a="http://schemas.openxmlformats.org/drawingml/2006/main" flipH="0" flipV="0">
            <a:off x="5400675" y="2133600"/>
            <a:ext cx="5953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9CD288AE-902B-427E-8EAD-9BF391D78F36}"/>
              </a:ext>
            </a:extLst>
          </p:cNvPr>
          <p:cNvCxnSpPr/>
          <p:nvPr/>
        </p:nvCxnSpPr>
        <p:spPr>
          <a:xfrm xmlns:a="http://schemas.openxmlformats.org/drawingml/2006/main" flipH="0" flipV="0">
            <a:off x="11353800" y="2133600"/>
            <a:ext cx="0" cy="45720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00885210-C06F-4125-9F24-86620EA81449}"/>
              </a:ext>
            </a:extLst>
          </p:cNvPr>
          <p:cNvCxnSpPr/>
          <p:nvPr/>
        </p:nvCxnSpPr>
        <p:spPr>
          <a:xfrm xmlns:a="http://schemas.openxmlformats.org/drawingml/2006/main" flipH="0" flipV="0">
            <a:off x="11353800" y="2590800"/>
            <a:ext cx="1333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0" name="">
            <a:extLst xmlns:a="http://schemas.openxmlformats.org/drawingml/2006/main">
              <a:ext uri="{FF2B5EF4-FFF2-40B4-BE49-F238E27FC236}">
                <a16:creationId xmlns:a16="http://schemas.microsoft.com/office/drawing/2014/main" id="{17D1BF74-FA63-461C-A233-17CA6B0AA194}"/>
              </a:ext>
            </a:extLst>
          </p:cNvPr>
          <p:cNvCxnSpPr/>
          <p:nvPr/>
        </p:nvCxnSpPr>
        <p:spPr>
          <a:xfrm xmlns:a="http://schemas.openxmlformats.org/drawingml/2006/main" flipH="0" flipV="0">
            <a:off x="7381875" y="3362325"/>
            <a:ext cx="0" cy="76200"/>
          </a:xfrm>
          <a:prstGeom xmlns:a="http://schemas.openxmlformats.org/drawingml/2006/main" prst="straightConnector1">
            <a:avLst/>
          </a:prstGeom>
          <a:ln xmlns:a="http://schemas.openxmlformats.org/drawingml/2006/main" w="23813">
            <a:solidFill>
              <a:srgbClr val="7859A7"/>
            </a:solidFill>
            <a:prstDash val="dash"/>
          </a:ln>
        </p:spPr>
      </p:cxnSp>
      <p:cxnSp>
        <p:nvCxnSpPr>
          <p:cNvPr id="31" name="">
            <a:extLst xmlns:a="http://schemas.openxmlformats.org/drawingml/2006/main">
              <a:ext uri="{FF2B5EF4-FFF2-40B4-BE49-F238E27FC236}">
                <a16:creationId xmlns:a16="http://schemas.microsoft.com/office/drawing/2014/main" id="{FC3982FD-D773-4269-9313-0D0C793DD75C}"/>
              </a:ext>
            </a:extLst>
          </p:cNvPr>
          <p:cNvCxnSpPr/>
          <p:nvPr/>
        </p:nvCxnSpPr>
        <p:spPr>
          <a:xfrm xmlns:a="http://schemas.openxmlformats.org/drawingml/2006/main" flipH="0" flipV="0">
            <a:off x="7381875" y="3438525"/>
            <a:ext cx="40005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B1A08C9A-5A7E-4B51-A2B8-53131325A152}"/>
              </a:ext>
            </a:extLst>
          </p:cNvPr>
          <p:cNvCxnSpPr/>
          <p:nvPr/>
        </p:nvCxnSpPr>
        <p:spPr>
          <a:xfrm xmlns:a="http://schemas.openxmlformats.org/drawingml/2006/main" flipH="0" flipV="0">
            <a:off x="11382375" y="3438525"/>
            <a:ext cx="0" cy="19050"/>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CF6E9303-9DEC-48CF-8E96-67D5763A7245}"/>
              </a:ext>
            </a:extLst>
          </p:cNvPr>
          <p:cNvCxnSpPr/>
          <p:nvPr/>
        </p:nvCxnSpPr>
        <p:spPr>
          <a:xfrm xmlns:a="http://schemas.openxmlformats.org/drawingml/2006/main" flipH="0" flipV="0">
            <a:off x="11382375" y="3457575"/>
            <a:ext cx="1047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75949679-CEF0-45E6-B1F6-EA6EF60EE31D}"/>
              </a:ext>
            </a:extLst>
          </p:cNvPr>
          <p:cNvCxnSpPr/>
          <p:nvPr/>
        </p:nvCxnSpPr>
        <p:spPr>
          <a:xfrm xmlns:a="http://schemas.openxmlformats.org/drawingml/2006/main" flipH="0" flipV="0">
            <a:off x="1952625" y="6238875"/>
            <a:ext cx="54292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39811BF2-2180-48C2-A13B-0D9EB226D1FB}"/>
              </a:ext>
            </a:extLst>
          </p:cNvPr>
          <p:cNvCxnSpPr/>
          <p:nvPr/>
        </p:nvCxnSpPr>
        <p:spPr>
          <a:xfrm xmlns:a="http://schemas.openxmlformats.org/drawingml/2006/main" flipH="0" flipV="0">
            <a:off x="4476750" y="6238875"/>
            <a:ext cx="5905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95C5C56A-EAE0-4E6D-8675-CD103C4B3BD1}"/>
              </a:ext>
            </a:extLst>
          </p:cNvPr>
          <p:cNvCxnSpPr/>
          <p:nvPr/>
        </p:nvCxnSpPr>
        <p:spPr>
          <a:xfrm xmlns:a="http://schemas.openxmlformats.org/drawingml/2006/main" flipH="0" flipV="0">
            <a:off x="6353175"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CB9E88F9-2F74-4624-B92E-B0DADDF0E509}"/>
              </a:ext>
            </a:extLst>
          </p:cNvPr>
          <p:cNvCxnSpPr/>
          <p:nvPr/>
        </p:nvCxnSpPr>
        <p:spPr>
          <a:xfrm xmlns:a="http://schemas.openxmlformats.org/drawingml/2006/main" flipH="0" flipV="0">
            <a:off x="7829550"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44EEA620-876A-4D30-9E1B-89D8BA5E8E35}"/>
              </a:ext>
            </a:extLst>
          </p:cNvPr>
          <p:cNvCxnSpPr/>
          <p:nvPr/>
        </p:nvCxnSpPr>
        <p:spPr>
          <a:xfrm xmlns:a="http://schemas.openxmlformats.org/drawingml/2006/main" flipH="0" flipV="0">
            <a:off x="5715000" y="6619875"/>
            <a:ext cx="0" cy="3810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8483525C-D689-43B2-86E0-33AB20A71D4C}"/>
              </a:ext>
            </a:extLst>
          </p:cNvPr>
          <p:cNvCxnSpPr/>
          <p:nvPr/>
        </p:nvCxnSpPr>
        <p:spPr>
          <a:xfrm xmlns:a="http://schemas.openxmlformats.org/drawingml/2006/main" flipH="0" flipV="0">
            <a:off x="8667750" y="6619875"/>
            <a:ext cx="0" cy="228600"/>
          </a:xfrm>
          <a:prstGeom xmlns:a="http://schemas.openxmlformats.org/drawingml/2006/main" prst="straightConnector1">
            <a:avLst/>
          </a:prstGeom>
          <a:ln xmlns:a="http://schemas.openxmlformats.org/drawingml/2006/main" w="23813">
            <a:solidFill>
              <a:srgbClr val="438279"/>
            </a:solidFill>
            <a:prstDash val="solid"/>
          </a:ln>
        </p:spPr>
      </p:cxnSp>
      <p:cxnSp>
        <p:nvCxnSpPr>
          <p:cNvPr id="40" name="">
            <a:extLst xmlns:a="http://schemas.openxmlformats.org/drawingml/2006/main">
              <a:ext uri="{FF2B5EF4-FFF2-40B4-BE49-F238E27FC236}">
                <a16:creationId xmlns:a16="http://schemas.microsoft.com/office/drawing/2014/main" id="{BCB8AB2B-5896-458B-8BCD-BA2DB81A1C4F}"/>
              </a:ext>
            </a:extLst>
          </p:cNvPr>
          <p:cNvCxnSpPr/>
          <p:nvPr/>
        </p:nvCxnSpPr>
        <p:spPr>
          <a:xfrm xmlns:a="http://schemas.openxmlformats.org/drawingml/2006/main" flipH="1" flipV="0">
            <a:off x="3762375" y="6848475"/>
            <a:ext cx="490537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1" name="">
            <a:extLst xmlns:a="http://schemas.openxmlformats.org/drawingml/2006/main">
              <a:ext uri="{FF2B5EF4-FFF2-40B4-BE49-F238E27FC236}">
                <a16:creationId xmlns:a16="http://schemas.microsoft.com/office/drawing/2014/main" id="{C9E18B64-7616-4B4D-88D7-C41EC7E99C72}"/>
              </a:ext>
            </a:extLst>
          </p:cNvPr>
          <p:cNvCxnSpPr/>
          <p:nvPr/>
        </p:nvCxnSpPr>
        <p:spPr>
          <a:xfrm xmlns:a="http://schemas.openxmlformats.org/drawingml/2006/main" flipH="0" flipV="0">
            <a:off x="3762375" y="6848475"/>
            <a:ext cx="0" cy="1524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D69C9AA2-5D40-449E-B3F9-DEF36B9BC61B}"/>
              </a:ext>
            </a:extLst>
          </p:cNvPr>
          <p:cNvCxnSpPr/>
          <p:nvPr/>
        </p:nvCxnSpPr>
        <p:spPr>
          <a:xfrm xmlns:a="http://schemas.openxmlformats.org/drawingml/2006/main" flipH="0" flipV="1">
            <a:off x="7162800" y="5295900"/>
            <a:ext cx="0" cy="60960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B41789D7-2CF7-43E0-A455-166922508F34}"/>
              </a:ext>
            </a:extLst>
          </p:cNvPr>
          <p:cNvCxnSpPr/>
          <p:nvPr/>
        </p:nvCxnSpPr>
        <p:spPr>
          <a:xfrm xmlns:a="http://schemas.openxmlformats.org/drawingml/2006/main" flipH="0" flipV="0">
            <a:off x="7162800" y="5295900"/>
            <a:ext cx="42291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9B54B78E-BFE0-43F3-8231-485F705A0001}"/>
              </a:ext>
            </a:extLst>
          </p:cNvPr>
          <p:cNvCxnSpPr/>
          <p:nvPr/>
        </p:nvCxnSpPr>
        <p:spPr>
          <a:xfrm xmlns:a="http://schemas.openxmlformats.org/drawingml/2006/main" flipH="0" flipV="0">
            <a:off x="11391900" y="5295900"/>
            <a:ext cx="0" cy="352425"/>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304F5E68-53D4-4823-ABA9-0E5128589082}"/>
              </a:ext>
            </a:extLst>
          </p:cNvPr>
          <p:cNvCxnSpPr/>
          <p:nvPr/>
        </p:nvCxnSpPr>
        <p:spPr>
          <a:xfrm xmlns:a="http://schemas.openxmlformats.org/drawingml/2006/main" flipH="0" flipV="0">
            <a:off x="11391900" y="5648325"/>
            <a:ext cx="952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5A91F849-5B45-44E4-B62F-36D681F0B0B6}"/>
              </a:ext>
            </a:extLst>
          </p:cNvPr>
          <p:cNvCxnSpPr/>
          <p:nvPr/>
        </p:nvCxnSpPr>
        <p:spPr>
          <a:xfrm xmlns:a="http://schemas.openxmlformats.org/drawingml/2006/main" flipH="0" flipV="0">
            <a:off x="7162800" y="6619875"/>
            <a:ext cx="0" cy="123825"/>
          </a:xfrm>
          <a:prstGeom xmlns:a="http://schemas.openxmlformats.org/drawingml/2006/main" prst="straightConnector1">
            <a:avLst/>
          </a:prstGeom>
          <a:ln xmlns:a="http://schemas.openxmlformats.org/drawingml/2006/main" w="23813">
            <a:solidFill>
              <a:srgbClr val="7859A7"/>
            </a:solidFill>
            <a:prstDash val="dash"/>
          </a:ln>
        </p:spPr>
      </p:cxnSp>
      <p:cxnSp>
        <p:nvCxnSpPr>
          <p:cNvPr id="47" name="">
            <a:extLst xmlns:a="http://schemas.openxmlformats.org/drawingml/2006/main">
              <a:ext uri="{FF2B5EF4-FFF2-40B4-BE49-F238E27FC236}">
                <a16:creationId xmlns:a16="http://schemas.microsoft.com/office/drawing/2014/main" id="{D6C4DA93-AD3B-439B-9AB7-5174B8D2EF8E}"/>
              </a:ext>
            </a:extLst>
          </p:cNvPr>
          <p:cNvCxnSpPr/>
          <p:nvPr/>
        </p:nvCxnSpPr>
        <p:spPr>
          <a:xfrm xmlns:a="http://schemas.openxmlformats.org/drawingml/2006/main" flipH="0" flipV="0">
            <a:off x="7162800" y="6743700"/>
            <a:ext cx="38290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8" name="">
            <a:extLst xmlns:a="http://schemas.openxmlformats.org/drawingml/2006/main">
              <a:ext uri="{FF2B5EF4-FFF2-40B4-BE49-F238E27FC236}">
                <a16:creationId xmlns:a16="http://schemas.microsoft.com/office/drawing/2014/main" id="{0DF951C2-BE68-4A5C-8396-C78FA2B6751D}"/>
              </a:ext>
            </a:extLst>
          </p:cNvPr>
          <p:cNvCxnSpPr/>
          <p:nvPr/>
        </p:nvCxnSpPr>
        <p:spPr>
          <a:xfrm xmlns:a="http://schemas.openxmlformats.org/drawingml/2006/main" flipH="0" flipV="1">
            <a:off x="10991850" y="6362700"/>
            <a:ext cx="0" cy="381000"/>
          </a:xfrm>
          <a:prstGeom xmlns:a="http://schemas.openxmlformats.org/drawingml/2006/main" prst="straightConnector1">
            <a:avLst/>
          </a:prstGeom>
          <a:ln xmlns:a="http://schemas.openxmlformats.org/drawingml/2006/main" w="23813">
            <a:solidFill>
              <a:srgbClr val="7859A7"/>
            </a:solidFill>
            <a:prstDash val="dash"/>
          </a:ln>
        </p:spPr>
      </p:cxnSp>
      <p:cxnSp>
        <p:nvCxnSpPr>
          <p:cNvPr id="49" name="">
            <a:extLst xmlns:a="http://schemas.openxmlformats.org/drawingml/2006/main">
              <a:ext uri="{FF2B5EF4-FFF2-40B4-BE49-F238E27FC236}">
                <a16:creationId xmlns:a16="http://schemas.microsoft.com/office/drawing/2014/main" id="{1BC12C53-DF1E-4DF5-BA18-617CEC98FBCC}"/>
              </a:ext>
            </a:extLst>
          </p:cNvPr>
          <p:cNvCxnSpPr/>
          <p:nvPr/>
        </p:nvCxnSpPr>
        <p:spPr>
          <a:xfrm xmlns:a="http://schemas.openxmlformats.org/drawingml/2006/main" flipH="0" flipV="0">
            <a:off x="10991850" y="6362700"/>
            <a:ext cx="4953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50" name="">
            <a:extLst xmlns:a="http://schemas.openxmlformats.org/drawingml/2006/main">
              <a:ext uri="{FF2B5EF4-FFF2-40B4-BE49-F238E27FC236}">
                <a16:creationId xmlns:a16="http://schemas.microsoft.com/office/drawing/2014/main" id="{C8E2ADC1-2FD8-4375-936D-0D18E30E0DEC}"/>
              </a:ext>
            </a:extLst>
          </p:cNvPr>
          <p:cNvCxnSpPr/>
          <p:nvPr/>
        </p:nvCxnSpPr>
        <p:spPr>
          <a:xfrm xmlns:a="http://schemas.openxmlformats.org/drawingml/2006/main" flipH="0" flipV="0">
            <a:off x="4876800" y="7229475"/>
            <a:ext cx="0" cy="276225"/>
          </a:xfrm>
          <a:prstGeom xmlns:a="http://schemas.openxmlformats.org/drawingml/2006/main" prst="straightConnector1">
            <a:avLst/>
          </a:prstGeom>
          <a:ln xmlns:a="http://schemas.openxmlformats.org/drawingml/2006/main" w="23813">
            <a:solidFill>
              <a:srgbClr val="8799A8"/>
            </a:solidFill>
            <a:prstDash val="dash"/>
          </a:ln>
        </p:spPr>
      </p:cxnSp>
      <p:cxnSp>
        <p:nvCxnSpPr>
          <p:cNvPr id="51" name="">
            <a:extLst xmlns:a="http://schemas.openxmlformats.org/drawingml/2006/main">
              <a:ext uri="{FF2B5EF4-FFF2-40B4-BE49-F238E27FC236}">
                <a16:creationId xmlns:a16="http://schemas.microsoft.com/office/drawing/2014/main" id="{828A7D9E-0ADB-40F9-BB19-54C4D6FF7558}"/>
              </a:ext>
            </a:extLst>
          </p:cNvPr>
          <p:cNvCxnSpPr/>
          <p:nvPr/>
        </p:nvCxnSpPr>
        <p:spPr>
          <a:xfrm xmlns:a="http://schemas.openxmlformats.org/drawingml/2006/main" flipH="0" flipV="0">
            <a:off x="4876800" y="7505700"/>
            <a:ext cx="6343650" cy="0"/>
          </a:xfrm>
          <a:prstGeom xmlns:a="http://schemas.openxmlformats.org/drawingml/2006/main" prst="straightConnector1">
            <a:avLst/>
          </a:prstGeom>
          <a:ln xmlns:a="http://schemas.openxmlformats.org/drawingml/2006/main" w="23813">
            <a:solidFill>
              <a:srgbClr val="8799A8"/>
            </a:solidFill>
            <a:prstDash val="dash"/>
          </a:ln>
        </p:spPr>
      </p:cxnSp>
      <p:cxnSp>
        <p:nvCxnSpPr>
          <p:cNvPr id="52" name="">
            <a:extLst xmlns:a="http://schemas.openxmlformats.org/drawingml/2006/main">
              <a:ext uri="{FF2B5EF4-FFF2-40B4-BE49-F238E27FC236}">
                <a16:creationId xmlns:a16="http://schemas.microsoft.com/office/drawing/2014/main" id="{1E559380-C25F-4369-9F0C-AE3C6598947C}"/>
              </a:ext>
            </a:extLst>
          </p:cNvPr>
          <p:cNvCxnSpPr/>
          <p:nvPr/>
        </p:nvCxnSpPr>
        <p:spPr>
          <a:xfrm xmlns:a="http://schemas.openxmlformats.org/drawingml/2006/main" flipH="0" flipV="1">
            <a:off x="11220450" y="7077075"/>
            <a:ext cx="0" cy="428625"/>
          </a:xfrm>
          <a:prstGeom xmlns:a="http://schemas.openxmlformats.org/drawingml/2006/main" prst="straightConnector1">
            <a:avLst/>
          </a:prstGeom>
          <a:ln xmlns:a="http://schemas.openxmlformats.org/drawingml/2006/main" w="23813">
            <a:solidFill>
              <a:srgbClr val="8799A8"/>
            </a:solidFill>
            <a:prstDash val="dash"/>
          </a:ln>
        </p:spPr>
      </p:cxnSp>
      <p:cxnSp>
        <p:nvCxnSpPr>
          <p:cNvPr id="53" name="">
            <a:extLst xmlns:a="http://schemas.openxmlformats.org/drawingml/2006/main">
              <a:ext uri="{FF2B5EF4-FFF2-40B4-BE49-F238E27FC236}">
                <a16:creationId xmlns:a16="http://schemas.microsoft.com/office/drawing/2014/main" id="{D73998AB-A756-408E-9E5F-467D79E91897}"/>
              </a:ext>
            </a:extLst>
          </p:cNvPr>
          <p:cNvCxnSpPr/>
          <p:nvPr/>
        </p:nvCxnSpPr>
        <p:spPr>
          <a:xfrm xmlns:a="http://schemas.openxmlformats.org/drawingml/2006/main" flipH="0" flipV="0">
            <a:off x="11220450" y="7077075"/>
            <a:ext cx="26670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54" name="">
            <a:extLst xmlns:a="http://schemas.openxmlformats.org/drawingml/2006/main">
              <a:ext uri="{FF2B5EF4-FFF2-40B4-BE49-F238E27FC236}">
                <a16:creationId xmlns:a16="http://schemas.microsoft.com/office/drawing/2014/main" id="{C6AFEBA0-8D7F-40DC-BB4C-A2503513F9E4}"/>
              </a:ext>
            </a:extLst>
          </p:cNvPr>
          <p:cNvCxnSpPr/>
          <p:nvPr/>
        </p:nvCxnSpPr>
        <p:spPr>
          <a:xfrm xmlns:a="http://schemas.openxmlformats.org/drawingml/2006/main" flipH="0" flipV="0">
            <a:off x="13049250" y="6648450"/>
            <a:ext cx="0" cy="66675"/>
          </a:xfrm>
          <a:prstGeom xmlns:a="http://schemas.openxmlformats.org/drawingml/2006/main" prst="straightConnector1">
            <a:avLst/>
          </a:prstGeom>
          <a:ln xmlns:a="http://schemas.openxmlformats.org/drawingml/2006/main" w="23813">
            <a:solidFill>
              <a:srgbClr val="7859A7"/>
            </a:solidFill>
            <a:prstDash val="dash"/>
          </a:ln>
        </p:spPr>
      </p:cxnSp>
      <p:cxnSp>
        <p:nvCxnSpPr>
          <p:cNvPr id="55" name="">
            <a:extLst xmlns:a="http://schemas.openxmlformats.org/drawingml/2006/main">
              <a:ext uri="{FF2B5EF4-FFF2-40B4-BE49-F238E27FC236}">
                <a16:creationId xmlns:a16="http://schemas.microsoft.com/office/drawing/2014/main" id="{0D7508C1-907A-450E-B87C-E3EDD12C3961}"/>
              </a:ext>
            </a:extLst>
          </p:cNvPr>
          <p:cNvCxnSpPr/>
          <p:nvPr/>
        </p:nvCxnSpPr>
        <p:spPr>
          <a:xfrm xmlns:a="http://schemas.openxmlformats.org/drawingml/2006/main" flipH="1" flipV="0">
            <a:off x="10477500" y="6715125"/>
            <a:ext cx="2571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6" name="">
            <a:extLst xmlns:a="http://schemas.openxmlformats.org/drawingml/2006/main">
              <a:ext uri="{FF2B5EF4-FFF2-40B4-BE49-F238E27FC236}">
                <a16:creationId xmlns:a16="http://schemas.microsoft.com/office/drawing/2014/main" id="{74431BDD-1CFB-4B84-9F1B-C29F136EA7F6}"/>
              </a:ext>
            </a:extLst>
          </p:cNvPr>
          <p:cNvCxnSpPr/>
          <p:nvPr/>
        </p:nvCxnSpPr>
        <p:spPr>
          <a:xfrm xmlns:a="http://schemas.openxmlformats.org/drawingml/2006/main" flipH="0" flipV="0">
            <a:off x="10477500" y="6715125"/>
            <a:ext cx="0" cy="238125"/>
          </a:xfrm>
          <a:prstGeom xmlns:a="http://schemas.openxmlformats.org/drawingml/2006/main" prst="straightConnector1">
            <a:avLst/>
          </a:prstGeom>
          <a:ln xmlns:a="http://schemas.openxmlformats.org/drawingml/2006/main" w="23813">
            <a:solidFill>
              <a:srgbClr val="7859A7"/>
            </a:solidFill>
            <a:prstDash val="dash"/>
          </a:ln>
        </p:spPr>
      </p:cxnSp>
      <p:cxnSp>
        <p:nvCxnSpPr>
          <p:cNvPr id="57" name="">
            <a:extLst xmlns:a="http://schemas.openxmlformats.org/drawingml/2006/main">
              <a:ext uri="{FF2B5EF4-FFF2-40B4-BE49-F238E27FC236}">
                <a16:creationId xmlns:a16="http://schemas.microsoft.com/office/drawing/2014/main" id="{F839D2BE-FE29-48D4-8B57-435F34E415DE}"/>
              </a:ext>
            </a:extLst>
          </p:cNvPr>
          <p:cNvCxnSpPr/>
          <p:nvPr/>
        </p:nvCxnSpPr>
        <p:spPr>
          <a:xfrm xmlns:a="http://schemas.openxmlformats.org/drawingml/2006/main" flipH="1" flipV="0">
            <a:off x="8667750" y="6953250"/>
            <a:ext cx="1809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8" name="">
            <a:extLst xmlns:a="http://schemas.openxmlformats.org/drawingml/2006/main">
              <a:ext uri="{FF2B5EF4-FFF2-40B4-BE49-F238E27FC236}">
                <a16:creationId xmlns:a16="http://schemas.microsoft.com/office/drawing/2014/main" id="{78366B25-7ADC-47F4-AA34-A24BFCDDE6D1}"/>
              </a:ext>
            </a:extLst>
          </p:cNvPr>
          <p:cNvCxnSpPr/>
          <p:nvPr/>
        </p:nvCxnSpPr>
        <p:spPr>
          <a:xfrm xmlns:a="http://schemas.openxmlformats.org/drawingml/2006/main" flipH="0" flipV="1">
            <a:off x="8667750" y="6619875"/>
            <a:ext cx="0" cy="333375"/>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sp>
        <p:nvSpPr>
          <p:cNvPr id="59" name="">
            <a:extLst xmlns:a="http://schemas.openxmlformats.org/drawingml/2006/main">
              <a:ext uri="{FF2B5EF4-FFF2-40B4-BE49-F238E27FC236}">
                <a16:creationId xmlns:a16="http://schemas.microsoft.com/office/drawing/2014/main" id="{4A48DF89-0036-4061-8748-DBF470873F64}"/>
              </a:ext>
            </a:extLst>
          </p:cNvPr>
          <p:cNvSpPr>
            <a:spLocks xmlns:a="http://schemas.openxmlformats.org/drawingml/2006/main" noGrp="1"/>
          </p:cNvSpPr>
          <p:nvPr/>
        </p:nvSpPr>
        <p:spPr>
          <a:xfrm xmlns:a="http://schemas.openxmlformats.org/drawingml/2006/main">
            <a:off x="523875" y="2609850"/>
            <a:ext cx="1428750" cy="7620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0" name="">
            <a:extLst xmlns:a="http://schemas.openxmlformats.org/drawingml/2006/main">
              <a:ext uri="{FF2B5EF4-FFF2-40B4-BE49-F238E27FC236}">
                <a16:creationId xmlns:a16="http://schemas.microsoft.com/office/drawing/2014/main" id="{DF774418-6F13-4983-92A4-E74D2F121FBB}"/>
              </a:ext>
            </a:extLst>
          </p:cNvPr>
          <p:cNvPicPr>
            <a:picLocks xmlns:a="http://schemas.openxmlformats.org/drawingml/2006/main" noChangeAspect="1"/>
          </p:cNvPicPr>
          <p:nvPr/>
        </p:nvPicPr>
        <p:blipFill>
          <a:blip xmlns:r="http://schemas.openxmlformats.org/officeDocument/2006/relationships" xmlns:a="http://schemas.openxmlformats.org/drawingml/2006/main" r:embed="R62bf58b08836412f"/>
          <a:stretch xmlns:a="http://schemas.openxmlformats.org/drawingml/2006/main"/>
        </p:blipFill>
        <p:spPr>
          <a:xfrm xmlns:a="http://schemas.openxmlformats.org/drawingml/2006/main">
            <a:off x="609600" y="2724150"/>
            <a:ext cx="314325" cy="31432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8F254882-B110-48FA-9863-95DA7A7B9907}"/>
              </a:ext>
            </a:extLst>
          </p:cNvPr>
          <p:cNvSpPr>
            <a:spLocks xmlns:a="http://schemas.openxmlformats.org/drawingml/2006/main" noGrp="1"/>
          </p:cNvSpPr>
          <p:nvPr/>
        </p:nvSpPr>
        <p:spPr>
          <a:xfrm xmlns:a="http://schemas.openxmlformats.org/drawingml/2006/main">
            <a:off x="1000125" y="271462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웹 작업대</a:t>
            </a:r>
          </a:p>
        </p:txBody>
      </p:sp>
      <p:sp>
        <p:nvSpPr>
          <p:cNvPr id="62" name="">
            <a:extLst xmlns:a="http://schemas.openxmlformats.org/drawingml/2006/main">
              <a:ext uri="{FF2B5EF4-FFF2-40B4-BE49-F238E27FC236}">
                <a16:creationId xmlns:a16="http://schemas.microsoft.com/office/drawing/2014/main" id="{E67EA131-C780-4B16-B35B-06B5C7240E91}"/>
              </a:ext>
            </a:extLst>
          </p:cNvPr>
          <p:cNvSpPr>
            <a:spLocks xmlns:a="http://schemas.openxmlformats.org/drawingml/2006/main" noGrp="1"/>
          </p:cNvSpPr>
          <p:nvPr/>
        </p:nvSpPr>
        <p:spPr>
          <a:xfrm xmlns:a="http://schemas.openxmlformats.org/drawingml/2006/main">
            <a:off x="638175" y="30861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HTML · CSS</a:t>
            </a:r>
          </a:p>
        </p:txBody>
      </p:sp>
      <p:pic>
        <p:nvPicPr>
          <p:cNvPr id="63" name="">
            <a:extLst xmlns:a="http://schemas.openxmlformats.org/drawingml/2006/main">
              <a:ext uri="{FF2B5EF4-FFF2-40B4-BE49-F238E27FC236}">
                <a16:creationId xmlns:a16="http://schemas.microsoft.com/office/drawing/2014/main" id="{DEDB8483-D731-454C-82F0-227B986FD238}"/>
              </a:ext>
            </a:extLst>
          </p:cNvPr>
          <p:cNvPicPr>
            <a:picLocks xmlns:a="http://schemas.openxmlformats.org/drawingml/2006/main" noChangeAspect="1"/>
          </p:cNvPicPr>
          <p:nvPr/>
        </p:nvPicPr>
        <p:blipFill>
          <a:blip xmlns:r="http://schemas.openxmlformats.org/officeDocument/2006/relationships" xmlns:a="http://schemas.openxmlformats.org/drawingml/2006/main" r:embed="R1c76377f4e8341db">
            <a:extLst>
              <a:ext uri="{96DAC541-7B7A-43D3-8B79-37D633B846F1}">
                <asvg:svgBlip xmlns:asvg="http://schemas.microsoft.com/office/drawing/2016/SVG/main" r:embed="Rfdb7ac3beaeb4fe5"/>
              </a:ext>
            </a:extLst>
          </a:blip>
          <a:stretch xmlns:a="http://schemas.openxmlformats.org/drawingml/2006/main"/>
        </p:blipFill>
        <p:spPr>
          <a:xfrm xmlns:a="http://schemas.openxmlformats.org/drawingml/2006/main">
            <a:off x="1657350" y="3133725"/>
            <a:ext cx="228600" cy="2286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A82F07B7-CBF0-4579-88B8-AD030F312373}"/>
              </a:ext>
            </a:extLst>
          </p:cNvPr>
          <p:cNvSpPr>
            <a:spLocks xmlns:a="http://schemas.openxmlformats.org/drawingml/2006/main" noGrp="1"/>
          </p:cNvSpPr>
          <p:nvPr/>
        </p:nvSpPr>
        <p:spPr>
          <a:xfrm xmlns:a="http://schemas.openxmlformats.org/drawingml/2006/main">
            <a:off x="25050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5" name="">
            <a:extLst xmlns:a="http://schemas.openxmlformats.org/drawingml/2006/main">
              <a:ext uri="{FF2B5EF4-FFF2-40B4-BE49-F238E27FC236}">
                <a16:creationId xmlns:a16="http://schemas.microsoft.com/office/drawing/2014/main" id="{D5F22316-B46B-44BC-AB73-BA425E4EE634}"/>
              </a:ext>
            </a:extLst>
          </p:cNvPr>
          <p:cNvPicPr>
            <a:picLocks xmlns:a="http://schemas.openxmlformats.org/drawingml/2006/main" noChangeAspect="1"/>
          </p:cNvPicPr>
          <p:nvPr/>
        </p:nvPicPr>
        <p:blipFill>
          <a:blip xmlns:r="http://schemas.openxmlformats.org/officeDocument/2006/relationships" xmlns:a="http://schemas.openxmlformats.org/drawingml/2006/main" r:embed="Rcdf53f9f1ead4202"/>
          <a:stretch xmlns:a="http://schemas.openxmlformats.org/drawingml/2006/main"/>
        </p:blipFill>
        <p:spPr>
          <a:xfrm xmlns:a="http://schemas.openxmlformats.org/drawingml/2006/main">
            <a:off x="2618279" y="2571750"/>
            <a:ext cx="259366" cy="314325"/>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9511BE15-D94C-41BB-84C9-FBE697B77F31}"/>
              </a:ext>
            </a:extLst>
          </p:cNvPr>
          <p:cNvSpPr>
            <a:spLocks xmlns:a="http://schemas.openxmlformats.org/drawingml/2006/main" noGrp="1"/>
          </p:cNvSpPr>
          <p:nvPr/>
        </p:nvSpPr>
        <p:spPr>
          <a:xfrm xmlns:a="http://schemas.openxmlformats.org/drawingml/2006/main">
            <a:off x="2981325" y="2562225"/>
            <a:ext cx="125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Python API</a:t>
            </a:r>
          </a:p>
        </p:txBody>
      </p:sp>
      <p:sp>
        <p:nvSpPr>
          <p:cNvPr id="67" name="">
            <a:extLst xmlns:a="http://schemas.openxmlformats.org/drawingml/2006/main">
              <a:ext uri="{FF2B5EF4-FFF2-40B4-BE49-F238E27FC236}">
                <a16:creationId xmlns:a16="http://schemas.microsoft.com/office/drawing/2014/main" id="{DC2E0D60-CE7C-43A0-9167-5CE5886C744D}"/>
              </a:ext>
            </a:extLst>
          </p:cNvPr>
          <p:cNvSpPr>
            <a:spLocks xmlns:a="http://schemas.openxmlformats.org/drawingml/2006/main" noGrp="1"/>
          </p:cNvSpPr>
          <p:nvPr/>
        </p:nvSpPr>
        <p:spPr>
          <a:xfrm xmlns:a="http://schemas.openxmlformats.org/drawingml/2006/main">
            <a:off x="26193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HTTP · 부분 구현</a:t>
            </a:r>
          </a:p>
        </p:txBody>
      </p:sp>
      <p:sp>
        <p:nvSpPr>
          <p:cNvPr id="68" name="">
            <a:extLst xmlns:a="http://schemas.openxmlformats.org/drawingml/2006/main">
              <a:ext uri="{FF2B5EF4-FFF2-40B4-BE49-F238E27FC236}">
                <a16:creationId xmlns:a16="http://schemas.microsoft.com/office/drawing/2014/main" id="{0B36E92F-0342-43E7-B299-9B472D9A88E0}"/>
              </a:ext>
            </a:extLst>
          </p:cNvPr>
          <p:cNvSpPr>
            <a:spLocks xmlns:a="http://schemas.openxmlformats.org/drawingml/2006/main" noGrp="1"/>
          </p:cNvSpPr>
          <p:nvPr/>
        </p:nvSpPr>
        <p:spPr>
          <a:xfrm xmlns:a="http://schemas.openxmlformats.org/drawingml/2006/main">
            <a:off x="44862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9" name="">
            <a:extLst xmlns:a="http://schemas.openxmlformats.org/drawingml/2006/main">
              <a:ext uri="{FF2B5EF4-FFF2-40B4-BE49-F238E27FC236}">
                <a16:creationId xmlns:a16="http://schemas.microsoft.com/office/drawing/2014/main" id="{50FB7AB4-995A-466C-8916-0B4DCF5555A9}"/>
              </a:ext>
            </a:extLst>
          </p:cNvPr>
          <p:cNvSpPr>
            <a:spLocks xmlns:a="http://schemas.openxmlformats.org/drawingml/2006/main" noGrp="1"/>
          </p:cNvSpPr>
          <p:nvPr/>
        </p:nvSpPr>
        <p:spPr>
          <a:xfrm xmlns:a="http://schemas.openxmlformats.org/drawingml/2006/main">
            <a:off x="46005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기획·자산</a:t>
            </a:r>
          </a:p>
        </p:txBody>
      </p:sp>
      <p:sp>
        <p:nvSpPr>
          <p:cNvPr id="70" name="">
            <a:extLst xmlns:a="http://schemas.openxmlformats.org/drawingml/2006/main">
              <a:ext uri="{FF2B5EF4-FFF2-40B4-BE49-F238E27FC236}">
                <a16:creationId xmlns:a16="http://schemas.microsoft.com/office/drawing/2014/main" id="{455456B4-274C-45AD-8CBF-D02210E356FE}"/>
              </a:ext>
            </a:extLst>
          </p:cNvPr>
          <p:cNvSpPr>
            <a:spLocks xmlns:a="http://schemas.openxmlformats.org/drawingml/2006/main" noGrp="1"/>
          </p:cNvSpPr>
          <p:nvPr/>
        </p:nvSpPr>
        <p:spPr>
          <a:xfrm xmlns:a="http://schemas.openxmlformats.org/drawingml/2006/main">
            <a:off x="46005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IP · 음원 · 컷</a:t>
            </a:r>
          </a:p>
        </p:txBody>
      </p:sp>
      <p:sp>
        <p:nvSpPr>
          <p:cNvPr id="71" name="">
            <a:extLst xmlns:a="http://schemas.openxmlformats.org/drawingml/2006/main">
              <a:ext uri="{FF2B5EF4-FFF2-40B4-BE49-F238E27FC236}">
                <a16:creationId xmlns:a16="http://schemas.microsoft.com/office/drawing/2014/main" id="{AD3908A1-7C0B-4418-8F21-3BF66783067E}"/>
              </a:ext>
            </a:extLst>
          </p:cNvPr>
          <p:cNvSpPr>
            <a:spLocks xmlns:a="http://schemas.openxmlformats.org/drawingml/2006/main" noGrp="1"/>
          </p:cNvSpPr>
          <p:nvPr/>
        </p:nvSpPr>
        <p:spPr>
          <a:xfrm xmlns:a="http://schemas.openxmlformats.org/drawingml/2006/main">
            <a:off x="64674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2" name="">
            <a:extLst xmlns:a="http://schemas.openxmlformats.org/drawingml/2006/main">
              <a:ext uri="{FF2B5EF4-FFF2-40B4-BE49-F238E27FC236}">
                <a16:creationId xmlns:a16="http://schemas.microsoft.com/office/drawing/2014/main" id="{C3EBA6D7-1730-41E5-81CC-A8E7998DF63A}"/>
              </a:ext>
            </a:extLst>
          </p:cNvPr>
          <p:cNvSpPr>
            <a:spLocks xmlns:a="http://schemas.openxmlformats.org/drawingml/2006/main" noGrp="1"/>
          </p:cNvSpPr>
          <p:nvPr/>
        </p:nvSpPr>
        <p:spPr>
          <a:xfrm xmlns:a="http://schemas.openxmlformats.org/drawingml/2006/main">
            <a:off x="65817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작업·승인</a:t>
            </a:r>
          </a:p>
        </p:txBody>
      </p:sp>
      <p:sp>
        <p:nvSpPr>
          <p:cNvPr id="73" name="">
            <a:extLst xmlns:a="http://schemas.openxmlformats.org/drawingml/2006/main">
              <a:ext uri="{FF2B5EF4-FFF2-40B4-BE49-F238E27FC236}">
                <a16:creationId xmlns:a16="http://schemas.microsoft.com/office/drawing/2014/main" id="{375F0144-1855-4D96-81CA-81746964D6F8}"/>
              </a:ext>
            </a:extLst>
          </p:cNvPr>
          <p:cNvSpPr>
            <a:spLocks xmlns:a="http://schemas.openxmlformats.org/drawingml/2006/main" noGrp="1"/>
          </p:cNvSpPr>
          <p:nvPr/>
        </p:nvSpPr>
        <p:spPr>
          <a:xfrm xmlns:a="http://schemas.openxmlformats.org/drawingml/2006/main">
            <a:off x="65817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 생성 큐</a:t>
            </a:r>
          </a:p>
        </p:txBody>
      </p:sp>
      <p:sp>
        <p:nvSpPr>
          <p:cNvPr id="74" name="">
            <a:extLst xmlns:a="http://schemas.openxmlformats.org/drawingml/2006/main">
              <a:ext uri="{FF2B5EF4-FFF2-40B4-BE49-F238E27FC236}">
                <a16:creationId xmlns:a16="http://schemas.microsoft.com/office/drawing/2014/main" id="{39E64E92-3390-4FE6-A04D-F6A77A4342A6}"/>
              </a:ext>
            </a:extLst>
          </p:cNvPr>
          <p:cNvSpPr>
            <a:spLocks xmlns:a="http://schemas.openxmlformats.org/drawingml/2006/main" noGrp="1"/>
          </p:cNvSpPr>
          <p:nvPr/>
        </p:nvSpPr>
        <p:spPr>
          <a:xfrm xmlns:a="http://schemas.openxmlformats.org/drawingml/2006/main">
            <a:off x="8448675" y="2457450"/>
            <a:ext cx="24765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5" name="">
            <a:extLst xmlns:a="http://schemas.openxmlformats.org/drawingml/2006/main">
              <a:ext uri="{FF2B5EF4-FFF2-40B4-BE49-F238E27FC236}">
                <a16:creationId xmlns:a16="http://schemas.microsoft.com/office/drawing/2014/main" id="{F0E14FF1-3ADF-4FF8-B0B7-644795A21C3F}"/>
              </a:ext>
            </a:extLst>
          </p:cNvPr>
          <p:cNvPicPr>
            <a:picLocks xmlns:a="http://schemas.openxmlformats.org/drawingml/2006/main" noChangeAspect="1"/>
          </p:cNvPicPr>
          <p:nvPr/>
        </p:nvPicPr>
        <p:blipFill>
          <a:blip xmlns:r="http://schemas.openxmlformats.org/officeDocument/2006/relationships" xmlns:a="http://schemas.openxmlformats.org/drawingml/2006/main" r:embed="R54d1ae139b964cc6"/>
          <a:stretch xmlns:a="http://schemas.openxmlformats.org/drawingml/2006/main"/>
        </p:blipFill>
        <p:spPr>
          <a:xfrm xmlns:a="http://schemas.openxmlformats.org/drawingml/2006/main">
            <a:off x="8534400" y="2644871"/>
            <a:ext cx="552450" cy="139508"/>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D1114CE2-9043-49CF-A316-0819F4CFFC6D}"/>
              </a:ext>
            </a:extLst>
          </p:cNvPr>
          <p:cNvSpPr>
            <a:spLocks xmlns:a="http://schemas.openxmlformats.org/drawingml/2006/main" noGrp="1"/>
          </p:cNvSpPr>
          <p:nvPr/>
        </p:nvSpPr>
        <p:spPr>
          <a:xfrm xmlns:a="http://schemas.openxmlformats.org/drawingml/2006/main">
            <a:off x="9191625" y="256222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편집·출력</a:t>
            </a:r>
          </a:p>
        </p:txBody>
      </p:sp>
      <p:sp>
        <p:nvSpPr>
          <p:cNvPr id="77" name="">
            <a:extLst xmlns:a="http://schemas.openxmlformats.org/drawingml/2006/main">
              <a:ext uri="{FF2B5EF4-FFF2-40B4-BE49-F238E27FC236}">
                <a16:creationId xmlns:a16="http://schemas.microsoft.com/office/drawing/2014/main" id="{9BA4B858-DB60-400D-8599-C8038D0DA9DE}"/>
              </a:ext>
            </a:extLst>
          </p:cNvPr>
          <p:cNvSpPr>
            <a:spLocks xmlns:a="http://schemas.openxmlformats.org/drawingml/2006/main" noGrp="1"/>
          </p:cNvSpPr>
          <p:nvPr/>
        </p:nvSpPr>
        <p:spPr>
          <a:xfrm xmlns:a="http://schemas.openxmlformats.org/drawingml/2006/main">
            <a:off x="8562975" y="30765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 FFprobe</a:t>
            </a:r>
          </a:p>
        </p:txBody>
      </p:sp>
      <p:sp>
        <p:nvSpPr>
          <p:cNvPr id="78" name="">
            <a:extLst xmlns:a="http://schemas.openxmlformats.org/drawingml/2006/main">
              <a:ext uri="{FF2B5EF4-FFF2-40B4-BE49-F238E27FC236}">
                <a16:creationId xmlns:a16="http://schemas.microsoft.com/office/drawing/2014/main" id="{EEA5E295-B93A-4197-809F-7101FD3EE466}"/>
              </a:ext>
            </a:extLst>
          </p:cNvPr>
          <p:cNvSpPr>
            <a:spLocks xmlns:a="http://schemas.openxmlformats.org/drawingml/2006/main" noGrp="1"/>
          </p:cNvSpPr>
          <p:nvPr/>
        </p:nvSpPr>
        <p:spPr>
          <a:xfrm xmlns:a="http://schemas.openxmlformats.org/drawingml/2006/main">
            <a:off x="2505075" y="3524250"/>
            <a:ext cx="376237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9" name="">
            <a:extLst xmlns:a="http://schemas.openxmlformats.org/drawingml/2006/main">
              <a:ext uri="{FF2B5EF4-FFF2-40B4-BE49-F238E27FC236}">
                <a16:creationId xmlns:a16="http://schemas.microsoft.com/office/drawing/2014/main" id="{BC53CF17-5831-4678-8BA1-62FD94A7CC88}"/>
              </a:ext>
            </a:extLst>
          </p:cNvPr>
          <p:cNvPicPr>
            <a:picLocks xmlns:a="http://schemas.openxmlformats.org/drawingml/2006/main" noChangeAspect="1"/>
          </p:cNvPicPr>
          <p:nvPr/>
        </p:nvPicPr>
        <p:blipFill>
          <a:blip xmlns:r="http://schemas.openxmlformats.org/officeDocument/2006/relationships" xmlns:a="http://schemas.openxmlformats.org/drawingml/2006/main" r:embed="R79c2cac96f194958"/>
          <a:stretch xmlns:a="http://schemas.openxmlformats.org/drawingml/2006/main"/>
        </p:blipFill>
        <p:spPr>
          <a:xfrm xmlns:a="http://schemas.openxmlformats.org/drawingml/2006/main">
            <a:off x="2590800" y="3637651"/>
            <a:ext cx="552450" cy="249448"/>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1A793E6F-7C34-4574-B990-3D5253436184}"/>
              </a:ext>
            </a:extLst>
          </p:cNvPr>
          <p:cNvSpPr>
            <a:spLocks xmlns:a="http://schemas.openxmlformats.org/drawingml/2006/main" noGrp="1"/>
          </p:cNvSpPr>
          <p:nvPr/>
        </p:nvSpPr>
        <p:spPr>
          <a:xfrm xmlns:a="http://schemas.openxmlformats.org/drawingml/2006/main">
            <a:off x="3248025" y="36385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SQLite · 상태·작업·원장</a:t>
            </a:r>
          </a:p>
        </p:txBody>
      </p:sp>
      <p:sp>
        <p:nvSpPr>
          <p:cNvPr id="81" name="">
            <a:extLst xmlns:a="http://schemas.openxmlformats.org/drawingml/2006/main">
              <a:ext uri="{FF2B5EF4-FFF2-40B4-BE49-F238E27FC236}">
                <a16:creationId xmlns:a16="http://schemas.microsoft.com/office/drawing/2014/main" id="{48900DEE-0910-4FCF-8C77-FB428232737B}"/>
              </a:ext>
            </a:extLst>
          </p:cNvPr>
          <p:cNvSpPr>
            <a:spLocks xmlns:a="http://schemas.openxmlformats.org/drawingml/2006/main" noGrp="1"/>
          </p:cNvSpPr>
          <p:nvPr/>
        </p:nvSpPr>
        <p:spPr>
          <a:xfrm xmlns:a="http://schemas.openxmlformats.org/drawingml/2006/main">
            <a:off x="6419850" y="3524250"/>
            <a:ext cx="450532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395C13A7-1278-451F-A2F5-93A56DE99196}"/>
              </a:ext>
            </a:extLst>
          </p:cNvPr>
          <p:cNvSpPr>
            <a:spLocks xmlns:a="http://schemas.openxmlformats.org/drawingml/2006/main" noGrp="1"/>
          </p:cNvSpPr>
          <p:nvPr/>
        </p:nvSpPr>
        <p:spPr>
          <a:xfrm xmlns:a="http://schemas.openxmlformats.org/drawingml/2006/main">
            <a:off x="6534150" y="3638550"/>
            <a:ext cx="4276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로컬 파일 · 원본·MP4·SRT</a:t>
            </a:r>
          </a:p>
        </p:txBody>
      </p:sp>
      <p:sp>
        <p:nvSpPr>
          <p:cNvPr id="83" name="">
            <a:extLst xmlns:a="http://schemas.openxmlformats.org/drawingml/2006/main">
              <a:ext uri="{FF2B5EF4-FFF2-40B4-BE49-F238E27FC236}">
                <a16:creationId xmlns:a16="http://schemas.microsoft.com/office/drawing/2014/main" id="{CA4DDD21-2BBF-4B41-8C58-24687C1FE986}"/>
              </a:ext>
            </a:extLst>
          </p:cNvPr>
          <p:cNvSpPr>
            <a:spLocks xmlns:a="http://schemas.openxmlformats.org/drawingml/2006/main" noGrp="1"/>
          </p:cNvSpPr>
          <p:nvPr/>
        </p:nvSpPr>
        <p:spPr>
          <a:xfrm xmlns:a="http://schemas.openxmlformats.org/drawingml/2006/main">
            <a:off x="11487150" y="2266950"/>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4" name="">
            <a:extLst xmlns:a="http://schemas.openxmlformats.org/drawingml/2006/main">
              <a:ext uri="{FF2B5EF4-FFF2-40B4-BE49-F238E27FC236}">
                <a16:creationId xmlns:a16="http://schemas.microsoft.com/office/drawing/2014/main" id="{59803AAE-9937-4096-A627-9E164E030BCB}"/>
              </a:ext>
            </a:extLst>
          </p:cNvPr>
          <p:cNvSpPr>
            <a:spLocks xmlns:a="http://schemas.openxmlformats.org/drawingml/2006/main" noGrp="1"/>
          </p:cNvSpPr>
          <p:nvPr/>
        </p:nvSpPr>
        <p:spPr>
          <a:xfrm xmlns:a="http://schemas.openxmlformats.org/drawingml/2006/main">
            <a:off x="11601450" y="2371725"/>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AI · Claude</a:t>
            </a:r>
          </a:p>
        </p:txBody>
      </p:sp>
      <p:sp>
        <p:nvSpPr>
          <p:cNvPr id="85" name="">
            <a:extLst xmlns:a="http://schemas.openxmlformats.org/drawingml/2006/main">
              <a:ext uri="{FF2B5EF4-FFF2-40B4-BE49-F238E27FC236}">
                <a16:creationId xmlns:a16="http://schemas.microsoft.com/office/drawing/2014/main" id="{4EA7E7BA-0936-4BBB-A22C-99BB20A58690}"/>
              </a:ext>
            </a:extLst>
          </p:cNvPr>
          <p:cNvSpPr>
            <a:spLocks xmlns:a="http://schemas.openxmlformats.org/drawingml/2006/main" noGrp="1"/>
          </p:cNvSpPr>
          <p:nvPr/>
        </p:nvSpPr>
        <p:spPr>
          <a:xfrm xmlns:a="http://schemas.openxmlformats.org/drawingml/2006/main">
            <a:off x="11601450" y="2628900"/>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별도 주입 시 제한 시험</a:t>
            </a:r>
          </a:p>
        </p:txBody>
      </p:sp>
      <p:sp>
        <p:nvSpPr>
          <p:cNvPr id="86" name="">
            <a:extLst xmlns:a="http://schemas.openxmlformats.org/drawingml/2006/main">
              <a:ext uri="{FF2B5EF4-FFF2-40B4-BE49-F238E27FC236}">
                <a16:creationId xmlns:a16="http://schemas.microsoft.com/office/drawing/2014/main" id="{86AF868F-FCEF-43B5-AF74-50D06A5D860E}"/>
              </a:ext>
            </a:extLst>
          </p:cNvPr>
          <p:cNvSpPr>
            <a:spLocks xmlns:a="http://schemas.openxmlformats.org/drawingml/2006/main" noGrp="1"/>
          </p:cNvSpPr>
          <p:nvPr/>
        </p:nvSpPr>
        <p:spPr>
          <a:xfrm xmlns:a="http://schemas.openxmlformats.org/drawingml/2006/main">
            <a:off x="11487150" y="3133725"/>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7" name="">
            <a:extLst xmlns:a="http://schemas.openxmlformats.org/drawingml/2006/main">
              <a:ext uri="{FF2B5EF4-FFF2-40B4-BE49-F238E27FC236}">
                <a16:creationId xmlns:a16="http://schemas.microsoft.com/office/drawing/2014/main" id="{99B2498C-05A4-46DA-ADCD-B1B88140651A}"/>
              </a:ext>
            </a:extLst>
          </p:cNvPr>
          <p:cNvSpPr>
            <a:spLocks xmlns:a="http://schemas.openxmlformats.org/drawingml/2006/main" noGrp="1"/>
          </p:cNvSpPr>
          <p:nvPr/>
        </p:nvSpPr>
        <p:spPr>
          <a:xfrm xmlns:a="http://schemas.openxmlformats.org/drawingml/2006/main">
            <a:off x="11601450" y="3238500"/>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영상 AI · fal.ai</a:t>
            </a:r>
          </a:p>
        </p:txBody>
      </p:sp>
      <p:sp>
        <p:nvSpPr>
          <p:cNvPr id="88" name="">
            <a:extLst xmlns:a="http://schemas.openxmlformats.org/drawingml/2006/main">
              <a:ext uri="{FF2B5EF4-FFF2-40B4-BE49-F238E27FC236}">
                <a16:creationId xmlns:a16="http://schemas.microsoft.com/office/drawing/2014/main" id="{13C09883-B159-43E4-8154-45D2AE0E9086}"/>
              </a:ext>
            </a:extLst>
          </p:cNvPr>
          <p:cNvSpPr>
            <a:spLocks xmlns:a="http://schemas.openxmlformats.org/drawingml/2006/main" noGrp="1"/>
          </p:cNvSpPr>
          <p:nvPr/>
        </p:nvSpPr>
        <p:spPr>
          <a:xfrm xmlns:a="http://schemas.openxmlformats.org/drawingml/2006/main">
            <a:off x="11601450" y="3495675"/>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기본 미연결 · 생성 검증 전</a:t>
            </a:r>
          </a:p>
        </p:txBody>
      </p:sp>
      <p:sp>
        <p:nvSpPr>
          <p:cNvPr id="89" name="">
            <a:extLst xmlns:a="http://schemas.openxmlformats.org/drawingml/2006/main">
              <a:ext uri="{FF2B5EF4-FFF2-40B4-BE49-F238E27FC236}">
                <a16:creationId xmlns:a16="http://schemas.microsoft.com/office/drawing/2014/main" id="{D83E703C-9E3C-4065-82AA-03B3BAE98698}"/>
              </a:ext>
            </a:extLst>
          </p:cNvPr>
          <p:cNvSpPr>
            <a:spLocks xmlns:a="http://schemas.openxmlformats.org/drawingml/2006/main" noGrp="1"/>
          </p:cNvSpPr>
          <p:nvPr/>
        </p:nvSpPr>
        <p:spPr>
          <a:xfrm xmlns:a="http://schemas.openxmlformats.org/drawingml/2006/main">
            <a:off x="523875" y="5886450"/>
            <a:ext cx="14287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0" name="">
            <a:extLst xmlns:a="http://schemas.openxmlformats.org/drawingml/2006/main">
              <a:ext uri="{FF2B5EF4-FFF2-40B4-BE49-F238E27FC236}">
                <a16:creationId xmlns:a16="http://schemas.microsoft.com/office/drawing/2014/main" id="{711E3804-E5B6-43EA-8126-5B5FC0376174}"/>
              </a:ext>
            </a:extLst>
          </p:cNvPr>
          <p:cNvSpPr>
            <a:spLocks xmlns:a="http://schemas.openxmlformats.org/drawingml/2006/main" noGrp="1"/>
          </p:cNvSpPr>
          <p:nvPr/>
        </p:nvSpPr>
        <p:spPr>
          <a:xfrm xmlns:a="http://schemas.openxmlformats.org/drawingml/2006/main">
            <a:off x="638175" y="5991225"/>
            <a:ext cx="1200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91" name="">
            <a:extLst xmlns:a="http://schemas.openxmlformats.org/drawingml/2006/main">
              <a:ext uri="{FF2B5EF4-FFF2-40B4-BE49-F238E27FC236}">
                <a16:creationId xmlns:a16="http://schemas.microsoft.com/office/drawing/2014/main" id="{B593F5AF-BA3C-4EFB-8858-82F6662CB5B1}"/>
              </a:ext>
            </a:extLst>
          </p:cNvPr>
          <p:cNvSpPr>
            <a:spLocks xmlns:a="http://schemas.openxmlformats.org/drawingml/2006/main" noGrp="1"/>
          </p:cNvSpPr>
          <p:nvPr/>
        </p:nvSpPr>
        <p:spPr>
          <a:xfrm xmlns:a="http://schemas.openxmlformats.org/drawingml/2006/main">
            <a:off x="638175" y="6315075"/>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92" name="">
            <a:extLst xmlns:a="http://schemas.openxmlformats.org/drawingml/2006/main">
              <a:ext uri="{FF2B5EF4-FFF2-40B4-BE49-F238E27FC236}">
                <a16:creationId xmlns:a16="http://schemas.microsoft.com/office/drawing/2014/main" id="{C3C34004-5DE3-4DD2-B6D4-8C450427C20B}"/>
              </a:ext>
            </a:extLst>
          </p:cNvPr>
          <p:cNvSpPr>
            <a:spLocks xmlns:a="http://schemas.openxmlformats.org/drawingml/2006/main" noGrp="1"/>
          </p:cNvSpPr>
          <p:nvPr/>
        </p:nvSpPr>
        <p:spPr>
          <a:xfrm xmlns:a="http://schemas.openxmlformats.org/drawingml/2006/main">
            <a:off x="2495550" y="5886450"/>
            <a:ext cx="19812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93" name="">
            <a:extLst xmlns:a="http://schemas.openxmlformats.org/drawingml/2006/main">
              <a:ext uri="{FF2B5EF4-FFF2-40B4-BE49-F238E27FC236}">
                <a16:creationId xmlns:a16="http://schemas.microsoft.com/office/drawing/2014/main" id="{41241A21-D807-430C-8FFC-AED661F938FF}"/>
              </a:ext>
            </a:extLst>
          </p:cNvPr>
          <p:cNvPicPr>
            <a:picLocks xmlns:a="http://schemas.openxmlformats.org/drawingml/2006/main" noChangeAspect="1"/>
          </p:cNvPicPr>
          <p:nvPr/>
        </p:nvPicPr>
        <p:blipFill>
          <a:blip xmlns:r="http://schemas.openxmlformats.org/officeDocument/2006/relationships" xmlns:a="http://schemas.openxmlformats.org/drawingml/2006/main" r:embed="R949a6614d54f4c32"/>
          <a:stretch xmlns:a="http://schemas.openxmlformats.org/drawingml/2006/main"/>
        </p:blipFill>
        <p:spPr>
          <a:xfrm xmlns:a="http://schemas.openxmlformats.org/drawingml/2006/main">
            <a:off x="2581275" y="6000750"/>
            <a:ext cx="314325" cy="314325"/>
          </a:xfrm>
          <a:prstGeom xmlns:a="http://schemas.openxmlformats.org/drawingml/2006/main" prst="rect">
            <a:avLst/>
          </a:prstGeom>
        </p:spPr>
      </p:pic>
      <p:sp>
        <p:nvSpPr>
          <p:cNvPr id="94" name="">
            <a:extLst xmlns:a="http://schemas.openxmlformats.org/drawingml/2006/main">
              <a:ext uri="{FF2B5EF4-FFF2-40B4-BE49-F238E27FC236}">
                <a16:creationId xmlns:a16="http://schemas.microsoft.com/office/drawing/2014/main" id="{B15954B4-4D7B-4FEF-9B4F-8C1C62C006DB}"/>
              </a:ext>
            </a:extLst>
          </p:cNvPr>
          <p:cNvSpPr>
            <a:spLocks xmlns:a="http://schemas.openxmlformats.org/drawingml/2006/main" noGrp="1"/>
          </p:cNvSpPr>
          <p:nvPr/>
        </p:nvSpPr>
        <p:spPr>
          <a:xfrm xmlns:a="http://schemas.openxmlformats.org/drawingml/2006/main">
            <a:off x="2971800" y="5991225"/>
            <a:ext cx="140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화면</a:t>
            </a:r>
          </a:p>
        </p:txBody>
      </p:sp>
      <p:sp>
        <p:nvSpPr>
          <p:cNvPr id="95" name="">
            <a:extLst xmlns:a="http://schemas.openxmlformats.org/drawingml/2006/main">
              <a:ext uri="{FF2B5EF4-FFF2-40B4-BE49-F238E27FC236}">
                <a16:creationId xmlns:a16="http://schemas.microsoft.com/office/drawing/2014/main" id="{DE2FD92F-6C31-4D16-99D1-97E16E4C3CB7}"/>
              </a:ext>
            </a:extLst>
          </p:cNvPr>
          <p:cNvSpPr>
            <a:spLocks xmlns:a="http://schemas.openxmlformats.org/drawingml/2006/main" noGrp="1"/>
          </p:cNvSpPr>
          <p:nvPr/>
        </p:nvSpPr>
        <p:spPr>
          <a:xfrm xmlns:a="http://schemas.openxmlformats.org/drawingml/2006/main">
            <a:off x="2609850" y="6315075"/>
            <a:ext cx="1752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Next.js 검토</a:t>
            </a:r>
          </a:p>
        </p:txBody>
      </p:sp>
      <p:sp>
        <p:nvSpPr>
          <p:cNvPr id="96" name="">
            <a:extLst xmlns:a="http://schemas.openxmlformats.org/drawingml/2006/main">
              <a:ext uri="{FF2B5EF4-FFF2-40B4-BE49-F238E27FC236}">
                <a16:creationId xmlns:a16="http://schemas.microsoft.com/office/drawing/2014/main" id="{C8CF9E27-CF05-43F7-9DC0-B0BC3E051C43}"/>
              </a:ext>
            </a:extLst>
          </p:cNvPr>
          <p:cNvSpPr>
            <a:spLocks xmlns:a="http://schemas.openxmlformats.org/drawingml/2006/main" noGrp="1"/>
          </p:cNvSpPr>
          <p:nvPr/>
        </p:nvSpPr>
        <p:spPr>
          <a:xfrm xmlns:a="http://schemas.openxmlformats.org/drawingml/2006/main">
            <a:off x="5067300" y="5905500"/>
            <a:ext cx="1285875"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7" name="">
            <a:extLst xmlns:a="http://schemas.openxmlformats.org/drawingml/2006/main">
              <a:ext uri="{FF2B5EF4-FFF2-40B4-BE49-F238E27FC236}">
                <a16:creationId xmlns:a16="http://schemas.microsoft.com/office/drawing/2014/main" id="{83EBA090-AF49-4DE6-BF3A-285ACBB92130}"/>
              </a:ext>
            </a:extLst>
          </p:cNvPr>
          <p:cNvSpPr>
            <a:spLocks xmlns:a="http://schemas.openxmlformats.org/drawingml/2006/main" noGrp="1"/>
          </p:cNvSpPr>
          <p:nvPr/>
        </p:nvSpPr>
        <p:spPr>
          <a:xfrm xmlns:a="http://schemas.openxmlformats.org/drawingml/2006/main">
            <a:off x="5181600" y="6010275"/>
            <a:ext cx="1057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API</a:t>
            </a:r>
          </a:p>
        </p:txBody>
      </p:sp>
      <p:sp>
        <p:nvSpPr>
          <p:cNvPr id="98" name="">
            <a:extLst xmlns:a="http://schemas.openxmlformats.org/drawingml/2006/main">
              <a:ext uri="{FF2B5EF4-FFF2-40B4-BE49-F238E27FC236}">
                <a16:creationId xmlns:a16="http://schemas.microsoft.com/office/drawing/2014/main" id="{C6A91DB0-70F7-4F6E-9670-99ECF0233350}"/>
              </a:ext>
            </a:extLst>
          </p:cNvPr>
          <p:cNvSpPr>
            <a:spLocks xmlns:a="http://schemas.openxmlformats.org/drawingml/2006/main" noGrp="1"/>
          </p:cNvSpPr>
          <p:nvPr/>
        </p:nvSpPr>
        <p:spPr>
          <a:xfrm xmlns:a="http://schemas.openxmlformats.org/drawingml/2006/main">
            <a:off x="5181600" y="6334125"/>
            <a:ext cx="1057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FastAPI 검토</a:t>
            </a:r>
          </a:p>
        </p:txBody>
      </p:sp>
      <p:sp>
        <p:nvSpPr>
          <p:cNvPr id="99" name="">
            <a:extLst xmlns:a="http://schemas.openxmlformats.org/drawingml/2006/main">
              <a:ext uri="{FF2B5EF4-FFF2-40B4-BE49-F238E27FC236}">
                <a16:creationId xmlns:a16="http://schemas.microsoft.com/office/drawing/2014/main" id="{8EFA523A-39B3-40FC-930C-50DC10E98AB6}"/>
              </a:ext>
            </a:extLst>
          </p:cNvPr>
          <p:cNvSpPr>
            <a:spLocks xmlns:a="http://schemas.openxmlformats.org/drawingml/2006/main" noGrp="1"/>
          </p:cNvSpPr>
          <p:nvPr/>
        </p:nvSpPr>
        <p:spPr>
          <a:xfrm xmlns:a="http://schemas.openxmlformats.org/drawingml/2006/main">
            <a:off x="6496050" y="5905500"/>
            <a:ext cx="13335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0" name="">
            <a:extLst xmlns:a="http://schemas.openxmlformats.org/drawingml/2006/main">
              <a:ext uri="{FF2B5EF4-FFF2-40B4-BE49-F238E27FC236}">
                <a16:creationId xmlns:a16="http://schemas.microsoft.com/office/drawing/2014/main" id="{9D7F62C9-B090-494F-868D-E7F2B926CB37}"/>
              </a:ext>
            </a:extLst>
          </p:cNvPr>
          <p:cNvSpPr>
            <a:spLocks xmlns:a="http://schemas.openxmlformats.org/drawingml/2006/main" noGrp="1"/>
          </p:cNvSpPr>
          <p:nvPr/>
        </p:nvSpPr>
        <p:spPr>
          <a:xfrm xmlns:a="http://schemas.openxmlformats.org/drawingml/2006/main">
            <a:off x="6610350" y="60102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작업 조율</a:t>
            </a:r>
          </a:p>
        </p:txBody>
      </p:sp>
      <p:sp>
        <p:nvSpPr>
          <p:cNvPr id="101" name="">
            <a:extLst xmlns:a="http://schemas.openxmlformats.org/drawingml/2006/main">
              <a:ext uri="{FF2B5EF4-FFF2-40B4-BE49-F238E27FC236}">
                <a16:creationId xmlns:a16="http://schemas.microsoft.com/office/drawing/2014/main" id="{FBEA3FF2-D8CF-4C8B-800C-9DB25D29BB55}"/>
              </a:ext>
            </a:extLst>
          </p:cNvPr>
          <p:cNvSpPr>
            <a:spLocks xmlns:a="http://schemas.openxmlformats.org/drawingml/2006/main" noGrp="1"/>
          </p:cNvSpPr>
          <p:nvPr/>
        </p:nvSpPr>
        <p:spPr>
          <a:xfrm xmlns:a="http://schemas.openxmlformats.org/drawingml/2006/main">
            <a:off x="6610350" y="6334125"/>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a:t>
            </a:r>
          </a:p>
        </p:txBody>
      </p:sp>
      <p:sp>
        <p:nvSpPr>
          <p:cNvPr id="102" name="">
            <a:extLst xmlns:a="http://schemas.openxmlformats.org/drawingml/2006/main">
              <a:ext uri="{FF2B5EF4-FFF2-40B4-BE49-F238E27FC236}">
                <a16:creationId xmlns:a16="http://schemas.microsoft.com/office/drawing/2014/main" id="{F9958F88-72A1-48EF-B317-1F24A2D54196}"/>
              </a:ext>
            </a:extLst>
          </p:cNvPr>
          <p:cNvSpPr>
            <a:spLocks xmlns:a="http://schemas.openxmlformats.org/drawingml/2006/main" noGrp="1"/>
          </p:cNvSpPr>
          <p:nvPr/>
        </p:nvSpPr>
        <p:spPr>
          <a:xfrm xmlns:a="http://schemas.openxmlformats.org/drawingml/2006/main">
            <a:off x="7972425" y="5905500"/>
            <a:ext cx="13906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3" name="">
            <a:extLst xmlns:a="http://schemas.openxmlformats.org/drawingml/2006/main">
              <a:ext uri="{FF2B5EF4-FFF2-40B4-BE49-F238E27FC236}">
                <a16:creationId xmlns:a16="http://schemas.microsoft.com/office/drawing/2014/main" id="{57DBCEED-C781-4AF8-A9B3-1F0DD83D6465}"/>
              </a:ext>
            </a:extLst>
          </p:cNvPr>
          <p:cNvSpPr>
            <a:spLocks xmlns:a="http://schemas.openxmlformats.org/drawingml/2006/main" noGrp="1"/>
          </p:cNvSpPr>
          <p:nvPr/>
        </p:nvSpPr>
        <p:spPr>
          <a:xfrm xmlns:a="http://schemas.openxmlformats.org/drawingml/2006/main">
            <a:off x="8086725" y="6010275"/>
            <a:ext cx="116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검증·승인</a:t>
            </a:r>
          </a:p>
        </p:txBody>
      </p:sp>
      <p:sp>
        <p:nvSpPr>
          <p:cNvPr id="104" name="">
            <a:extLst xmlns:a="http://schemas.openxmlformats.org/drawingml/2006/main">
              <a:ext uri="{FF2B5EF4-FFF2-40B4-BE49-F238E27FC236}">
                <a16:creationId xmlns:a16="http://schemas.microsoft.com/office/drawing/2014/main" id="{1785B901-5F23-40CB-BFFE-1AAD9EBC0269}"/>
              </a:ext>
            </a:extLst>
          </p:cNvPr>
          <p:cNvSpPr>
            <a:spLocks xmlns:a="http://schemas.openxmlformats.org/drawingml/2006/main" noGrp="1"/>
          </p:cNvSpPr>
          <p:nvPr/>
        </p:nvSpPr>
        <p:spPr>
          <a:xfrm xmlns:a="http://schemas.openxmlformats.org/drawingml/2006/main">
            <a:off x="8086725" y="6334125"/>
            <a:ext cx="1162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합성</a:t>
            </a:r>
          </a:p>
        </p:txBody>
      </p:sp>
      <p:sp>
        <p:nvSpPr>
          <p:cNvPr id="105" name="">
            <a:extLst xmlns:a="http://schemas.openxmlformats.org/drawingml/2006/main">
              <a:ext uri="{FF2B5EF4-FFF2-40B4-BE49-F238E27FC236}">
                <a16:creationId xmlns:a16="http://schemas.microsoft.com/office/drawing/2014/main" id="{892DD673-9D68-417F-B651-CBB9131E986C}"/>
              </a:ext>
            </a:extLst>
          </p:cNvPr>
          <p:cNvSpPr>
            <a:spLocks xmlns:a="http://schemas.openxmlformats.org/drawingml/2006/main" noGrp="1"/>
          </p:cNvSpPr>
          <p:nvPr/>
        </p:nvSpPr>
        <p:spPr>
          <a:xfrm xmlns:a="http://schemas.openxmlformats.org/drawingml/2006/main">
            <a:off x="2495550" y="7000875"/>
            <a:ext cx="2381250"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6" name="">
            <a:extLst xmlns:a="http://schemas.openxmlformats.org/drawingml/2006/main">
              <a:ext uri="{FF2B5EF4-FFF2-40B4-BE49-F238E27FC236}">
                <a16:creationId xmlns:a16="http://schemas.microsoft.com/office/drawing/2014/main" id="{E6A04716-DCC0-44AF-898A-3770482D7CD0}"/>
              </a:ext>
            </a:extLst>
          </p:cNvPr>
          <p:cNvPicPr>
            <a:picLocks xmlns:a="http://schemas.openxmlformats.org/drawingml/2006/main" noChangeAspect="1"/>
          </p:cNvPicPr>
          <p:nvPr/>
        </p:nvPicPr>
        <p:blipFill>
          <a:blip xmlns:r="http://schemas.openxmlformats.org/officeDocument/2006/relationships" xmlns:a="http://schemas.openxmlformats.org/drawingml/2006/main" r:embed="Red48e8cb9f444b4c"/>
          <a:stretch xmlns:a="http://schemas.openxmlformats.org/drawingml/2006/main"/>
        </p:blipFill>
        <p:spPr>
          <a:xfrm xmlns:a="http://schemas.openxmlformats.org/drawingml/2006/main">
            <a:off x="2581275" y="7096125"/>
            <a:ext cx="285750" cy="285750"/>
          </a:xfrm>
          <a:prstGeom xmlns:a="http://schemas.openxmlformats.org/drawingml/2006/main" prst="rect">
            <a:avLst/>
          </a:prstGeom>
        </p:spPr>
      </p:pic>
      <p:sp>
        <p:nvSpPr>
          <p:cNvPr id="107" name="">
            <a:extLst xmlns:a="http://schemas.openxmlformats.org/drawingml/2006/main">
              <a:ext uri="{FF2B5EF4-FFF2-40B4-BE49-F238E27FC236}">
                <a16:creationId xmlns:a16="http://schemas.microsoft.com/office/drawing/2014/main" id="{5609BB9C-D6F9-4DAC-8C73-127106DE914F}"/>
              </a:ext>
            </a:extLst>
          </p:cNvPr>
          <p:cNvSpPr>
            <a:spLocks xmlns:a="http://schemas.openxmlformats.org/drawingml/2006/main" noGrp="1"/>
          </p:cNvSpPr>
          <p:nvPr/>
        </p:nvSpPr>
        <p:spPr>
          <a:xfrm xmlns:a="http://schemas.openxmlformats.org/drawingml/2006/main">
            <a:off x="2971800" y="71151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S3 · CloudFront</a:t>
            </a:r>
          </a:p>
        </p:txBody>
      </p:sp>
      <p:sp>
        <p:nvSpPr>
          <p:cNvPr id="108" name="">
            <a:extLst xmlns:a="http://schemas.openxmlformats.org/drawingml/2006/main">
              <a:ext uri="{FF2B5EF4-FFF2-40B4-BE49-F238E27FC236}">
                <a16:creationId xmlns:a16="http://schemas.microsoft.com/office/drawing/2014/main" id="{287CC4DF-C012-41B6-AA80-898FCD553982}"/>
              </a:ext>
            </a:extLst>
          </p:cNvPr>
          <p:cNvSpPr>
            <a:spLocks xmlns:a="http://schemas.openxmlformats.org/drawingml/2006/main" noGrp="1"/>
          </p:cNvSpPr>
          <p:nvPr/>
        </p:nvSpPr>
        <p:spPr>
          <a:xfrm xmlns:a="http://schemas.openxmlformats.org/drawingml/2006/main">
            <a:off x="5191125" y="7000875"/>
            <a:ext cx="2428875"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9" name="">
            <a:extLst xmlns:a="http://schemas.openxmlformats.org/drawingml/2006/main">
              <a:ext uri="{FF2B5EF4-FFF2-40B4-BE49-F238E27FC236}">
                <a16:creationId xmlns:a16="http://schemas.microsoft.com/office/drawing/2014/main" id="{E351CD00-88F6-48DE-83BB-DA897C459FFA}"/>
              </a:ext>
            </a:extLst>
          </p:cNvPr>
          <p:cNvPicPr>
            <a:picLocks xmlns:a="http://schemas.openxmlformats.org/drawingml/2006/main" noChangeAspect="1"/>
          </p:cNvPicPr>
          <p:nvPr/>
        </p:nvPicPr>
        <p:blipFill>
          <a:blip xmlns:r="http://schemas.openxmlformats.org/officeDocument/2006/relationships" xmlns:a="http://schemas.openxmlformats.org/drawingml/2006/main" r:embed="R101fbc2fa6884dc0"/>
          <a:stretch xmlns:a="http://schemas.openxmlformats.org/drawingml/2006/main"/>
        </p:blipFill>
        <p:spPr>
          <a:xfrm xmlns:a="http://schemas.openxmlformats.org/drawingml/2006/main">
            <a:off x="5281211" y="7096125"/>
            <a:ext cx="277029" cy="285750"/>
          </a:xfrm>
          <a:prstGeom xmlns:a="http://schemas.openxmlformats.org/drawingml/2006/main" prst="rect">
            <a:avLst/>
          </a:prstGeom>
        </p:spPr>
      </p:pic>
      <p:sp>
        <p:nvSpPr>
          <p:cNvPr id="110" name="">
            <a:extLst xmlns:a="http://schemas.openxmlformats.org/drawingml/2006/main">
              <a:ext uri="{FF2B5EF4-FFF2-40B4-BE49-F238E27FC236}">
                <a16:creationId xmlns:a16="http://schemas.microsoft.com/office/drawing/2014/main" id="{7AD02491-E044-44D5-AC40-B0D9FAB1A7ED}"/>
              </a:ext>
            </a:extLst>
          </p:cNvPr>
          <p:cNvSpPr>
            <a:spLocks xmlns:a="http://schemas.openxmlformats.org/drawingml/2006/main" noGrp="1"/>
          </p:cNvSpPr>
          <p:nvPr/>
        </p:nvSpPr>
        <p:spPr>
          <a:xfrm xmlns:a="http://schemas.openxmlformats.org/drawingml/2006/main">
            <a:off x="5667375" y="7115175"/>
            <a:ext cx="185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PostgreSQL</a:t>
            </a:r>
          </a:p>
        </p:txBody>
      </p:sp>
      <p:sp>
        <p:nvSpPr>
          <p:cNvPr id="111" name="">
            <a:extLst xmlns:a="http://schemas.openxmlformats.org/drawingml/2006/main">
              <a:ext uri="{FF2B5EF4-FFF2-40B4-BE49-F238E27FC236}">
                <a16:creationId xmlns:a16="http://schemas.microsoft.com/office/drawing/2014/main" id="{3943A537-01D8-4E43-8445-5D56A506CA61}"/>
              </a:ext>
            </a:extLst>
          </p:cNvPr>
          <p:cNvSpPr>
            <a:spLocks xmlns:a="http://schemas.openxmlformats.org/drawingml/2006/main" noGrp="1"/>
          </p:cNvSpPr>
          <p:nvPr/>
        </p:nvSpPr>
        <p:spPr>
          <a:xfrm xmlns:a="http://schemas.openxmlformats.org/drawingml/2006/main">
            <a:off x="11487150" y="536257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2" name="">
            <a:extLst xmlns:a="http://schemas.openxmlformats.org/drawingml/2006/main">
              <a:ext uri="{FF2B5EF4-FFF2-40B4-BE49-F238E27FC236}">
                <a16:creationId xmlns:a16="http://schemas.microsoft.com/office/drawing/2014/main" id="{C0D78EAC-35DB-481C-BDC1-D59064476B35}"/>
              </a:ext>
            </a:extLst>
          </p:cNvPr>
          <p:cNvSpPr>
            <a:spLocks xmlns:a="http://schemas.openxmlformats.org/drawingml/2006/main" noGrp="1"/>
          </p:cNvSpPr>
          <p:nvPr/>
        </p:nvSpPr>
        <p:spPr>
          <a:xfrm xmlns:a="http://schemas.openxmlformats.org/drawingml/2006/main">
            <a:off x="11601450" y="5524500"/>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모델 · 기획</a:t>
            </a:r>
          </a:p>
        </p:txBody>
      </p:sp>
      <p:sp>
        <p:nvSpPr>
          <p:cNvPr id="113" name="">
            <a:extLst xmlns:a="http://schemas.openxmlformats.org/drawingml/2006/main">
              <a:ext uri="{FF2B5EF4-FFF2-40B4-BE49-F238E27FC236}">
                <a16:creationId xmlns:a16="http://schemas.microsoft.com/office/drawing/2014/main" id="{663AA0F3-0FE1-48F4-8449-CEBB9D021720}"/>
              </a:ext>
            </a:extLst>
          </p:cNvPr>
          <p:cNvSpPr>
            <a:spLocks xmlns:a="http://schemas.openxmlformats.org/drawingml/2006/main" noGrp="1"/>
          </p:cNvSpPr>
          <p:nvPr/>
        </p:nvSpPr>
        <p:spPr>
          <a:xfrm xmlns:a="http://schemas.openxmlformats.org/drawingml/2006/main">
            <a:off x="11487150" y="6076950"/>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4" name="">
            <a:extLst xmlns:a="http://schemas.openxmlformats.org/drawingml/2006/main">
              <a:ext uri="{FF2B5EF4-FFF2-40B4-BE49-F238E27FC236}">
                <a16:creationId xmlns:a16="http://schemas.microsoft.com/office/drawing/2014/main" id="{8F3A4375-95A0-4034-9CF1-8A2109E3E924}"/>
              </a:ext>
            </a:extLst>
          </p:cNvPr>
          <p:cNvSpPr>
            <a:spLocks xmlns:a="http://schemas.openxmlformats.org/drawingml/2006/main" noGrp="1"/>
          </p:cNvSpPr>
          <p:nvPr/>
        </p:nvSpPr>
        <p:spPr>
          <a:xfrm xmlns:a="http://schemas.openxmlformats.org/drawingml/2006/main">
            <a:off x="11601450" y="6238875"/>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Runpod · Wan 영상 추론</a:t>
            </a:r>
          </a:p>
        </p:txBody>
      </p:sp>
      <p:sp>
        <p:nvSpPr>
          <p:cNvPr id="115" name="">
            <a:extLst xmlns:a="http://schemas.openxmlformats.org/drawingml/2006/main">
              <a:ext uri="{FF2B5EF4-FFF2-40B4-BE49-F238E27FC236}">
                <a16:creationId xmlns:a16="http://schemas.microsoft.com/office/drawing/2014/main" id="{24CCD920-178E-4B6F-A9E1-66915507E116}"/>
              </a:ext>
            </a:extLst>
          </p:cNvPr>
          <p:cNvSpPr>
            <a:spLocks xmlns:a="http://schemas.openxmlformats.org/drawingml/2006/main" noGrp="1"/>
          </p:cNvSpPr>
          <p:nvPr/>
        </p:nvSpPr>
        <p:spPr>
          <a:xfrm xmlns:a="http://schemas.openxmlformats.org/drawingml/2006/main">
            <a:off x="11487150" y="679132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16" name="">
            <a:extLst xmlns:a="http://schemas.openxmlformats.org/drawingml/2006/main">
              <a:ext uri="{FF2B5EF4-FFF2-40B4-BE49-F238E27FC236}">
                <a16:creationId xmlns:a16="http://schemas.microsoft.com/office/drawing/2014/main" id="{1ABB52FF-0C1A-4B20-8738-945A49EF29F7}"/>
              </a:ext>
            </a:extLst>
          </p:cNvPr>
          <p:cNvPicPr>
            <a:picLocks xmlns:a="http://schemas.openxmlformats.org/drawingml/2006/main" noChangeAspect="1"/>
          </p:cNvPicPr>
          <p:nvPr/>
        </p:nvPicPr>
        <p:blipFill>
          <a:blip xmlns:r="http://schemas.openxmlformats.org/officeDocument/2006/relationships" xmlns:a="http://schemas.openxmlformats.org/drawingml/2006/main" r:embed="R71227bb51da24ebe">
            <a:extLst>
              <a:ext uri="{96DAC541-7B7A-43D3-8B79-37D633B846F1}">
                <asvg:svgBlip xmlns:asvg="http://schemas.microsoft.com/office/drawing/2016/SVG/main" r:embed="R84ff75a199674e7b"/>
              </a:ext>
            </a:extLst>
          </a:blip>
          <a:stretch xmlns:a="http://schemas.openxmlformats.org/drawingml/2006/main"/>
        </p:blipFill>
        <p:spPr>
          <a:xfrm xmlns:a="http://schemas.openxmlformats.org/drawingml/2006/main">
            <a:off x="11572875" y="6905625"/>
            <a:ext cx="314325" cy="314325"/>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E15D9443-0CDD-4177-80B3-7E8E8BC20FAF}"/>
              </a:ext>
            </a:extLst>
          </p:cNvPr>
          <p:cNvSpPr>
            <a:spLocks xmlns:a="http://schemas.openxmlformats.org/drawingml/2006/main" noGrp="1"/>
          </p:cNvSpPr>
          <p:nvPr/>
        </p:nvSpPr>
        <p:spPr>
          <a:xfrm xmlns:a="http://schemas.openxmlformats.org/drawingml/2006/main">
            <a:off x="11963400" y="6953250"/>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Databricks · 허용 기록 분석</a:t>
            </a:r>
          </a:p>
        </p:txBody>
      </p:sp>
      <p:sp>
        <p:nvSpPr>
          <p:cNvPr id="118" name="">
            <a:extLst xmlns:a="http://schemas.openxmlformats.org/drawingml/2006/main">
              <a:ext uri="{FF2B5EF4-FFF2-40B4-BE49-F238E27FC236}">
                <a16:creationId xmlns:a16="http://schemas.microsoft.com/office/drawing/2014/main" id="{15CD4132-F0D1-42F4-BD7B-183FAC6AB768}"/>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76EF83A1-1589-4DCA-B499-588ED05DA194}"/>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120" name="">
            <a:extLst xmlns:a="http://schemas.openxmlformats.org/drawingml/2006/main">
              <a:ext uri="{FF2B5EF4-FFF2-40B4-BE49-F238E27FC236}">
                <a16:creationId xmlns:a16="http://schemas.microsoft.com/office/drawing/2014/main" id="{2CCAFD5D-2B0E-4478-ACE8-86C7D4FB8C9D}"/>
              </a:ext>
            </a:extLst>
          </p:cNvPr>
          <p:cNvSpPr>
            <a:spLocks xmlns:a="http://schemas.openxmlformats.org/drawingml/2006/main" noGrp="1"/>
          </p:cNvSpPr>
          <p:nvPr/>
        </p:nvSpPr>
        <p:spPr>
          <a:xfrm xmlns:a="http://schemas.openxmlformats.org/drawingml/2006/main">
            <a:off x="333375" y="1476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현재</a:t>
            </a:r>
          </a:p>
        </p:txBody>
      </p:sp>
      <p:sp>
        <p:nvSpPr>
          <p:cNvPr id="121" name="">
            <a:extLst xmlns:a="http://schemas.openxmlformats.org/drawingml/2006/main">
              <a:ext uri="{FF2B5EF4-FFF2-40B4-BE49-F238E27FC236}">
                <a16:creationId xmlns:a16="http://schemas.microsoft.com/office/drawing/2014/main" id="{583B3DAE-E851-4F69-B0D6-34B879C935A8}"/>
              </a:ext>
            </a:extLst>
          </p:cNvPr>
          <p:cNvSpPr>
            <a:spLocks xmlns:a="http://schemas.openxmlformats.org/drawingml/2006/main" noGrp="1"/>
          </p:cNvSpPr>
          <p:nvPr/>
        </p:nvSpPr>
        <p:spPr>
          <a:xfrm xmlns:a="http://schemas.openxmlformats.org/drawingml/2006/main">
            <a:off x="333375" y="4438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958A5"/>
                </a:solidFill>
                <a:latin typeface="Malgun Gothic"/>
                <a:ea typeface="Malgun Gothic"/>
                <a:cs typeface="Malgun Gothic"/>
              </a:defRPr>
            </a:defPPr>
            <a:lvl1pPr algn="l">
              <a:defRPr sz="1950" b="1">
                <a:solidFill>
                  <a:srgbClr val="7958A5"/>
                </a:solidFill>
                <a:latin typeface="Malgun Gothic"/>
                <a:ea typeface="Malgun Gothic"/>
                <a:cs typeface="Malgun Gothic"/>
              </a:defRPr>
            </a:lvl1pPr>
            <a:lvl2pPr algn="l">
              <a:defRPr sz="1950" b="1">
                <a:solidFill>
                  <a:srgbClr val="7958A5"/>
                </a:solidFill>
                <a:latin typeface="Malgun Gothic"/>
                <a:ea typeface="Malgun Gothic"/>
                <a:cs typeface="Malgun Gothic"/>
              </a:defRPr>
            </a:lvl2pPr>
            <a:lvl3pPr algn="l">
              <a:defRPr sz="1950" b="1">
                <a:solidFill>
                  <a:srgbClr val="7958A5"/>
                </a:solidFill>
                <a:latin typeface="Malgun Gothic"/>
                <a:ea typeface="Malgun Gothic"/>
                <a:cs typeface="Malgun Gothic"/>
              </a:defRPr>
            </a:lvl3pPr>
            <a:lvl4pPr algn="l">
              <a:defRPr sz="1950" b="1">
                <a:solidFill>
                  <a:srgbClr val="7958A5"/>
                </a:solidFill>
                <a:latin typeface="Malgun Gothic"/>
                <a:ea typeface="Malgun Gothic"/>
                <a:cs typeface="Malgun Gothic"/>
              </a:defRPr>
            </a:lvl4pPr>
            <a:lvl5pPr algn="l">
              <a:defRPr sz="1950" b="1">
                <a:solidFill>
                  <a:srgbClr val="7958A5"/>
                </a:solidFill>
                <a:latin typeface="Malgun Gothic"/>
                <a:ea typeface="Malgun Gothic"/>
                <a:cs typeface="Malgun Gothic"/>
              </a:defRPr>
            </a:lvl5pPr>
            <a:lvl6pPr algn="l">
              <a:defRPr sz="1950" b="1">
                <a:solidFill>
                  <a:srgbClr val="7958A5"/>
                </a:solidFill>
                <a:latin typeface="Malgun Gothic"/>
                <a:ea typeface="Malgun Gothic"/>
                <a:cs typeface="Malgun Gothic"/>
              </a:defRPr>
            </a:lvl6pPr>
            <a:lvl7pPr algn="l">
              <a:defRPr sz="1950" b="1">
                <a:solidFill>
                  <a:srgbClr val="7958A5"/>
                </a:solidFill>
                <a:latin typeface="Malgun Gothic"/>
                <a:ea typeface="Malgun Gothic"/>
                <a:cs typeface="Malgun Gothic"/>
              </a:defRPr>
            </a:lvl7pPr>
            <a:lvl8pPr algn="l">
              <a:defRPr sz="1950" b="1">
                <a:solidFill>
                  <a:srgbClr val="7958A5"/>
                </a:solidFill>
                <a:latin typeface="Malgun Gothic"/>
                <a:ea typeface="Malgun Gothic"/>
                <a:cs typeface="Malgun Gothic"/>
              </a:defRPr>
            </a:lvl8pPr>
            <a:lvl9pPr algn="l">
              <a:defRPr sz="1950" b="1">
                <a:solidFill>
                  <a:srgbClr val="7958A5"/>
                </a:solidFill>
                <a:latin typeface="Malgun Gothic"/>
                <a:ea typeface="Malgun Gothic"/>
                <a:cs typeface="Malgun Gothic"/>
              </a:defRPr>
            </a:lvl9pPr>
          </a:lstStyle>
          <a:p xmlns:a="http://schemas.openxmlformats.org/drawingml/2006/main">
            <a:pPr algn="l">
              <a:defRPr sz="1950" b="1">
                <a:solidFill>
                  <a:srgbClr val="7958A5"/>
                </a:solidFill>
                <a:latin typeface="Malgun Gothic"/>
                <a:ea typeface="Malgun Gothic"/>
                <a:cs typeface="Malgun Gothic"/>
              </a:defRPr>
            </a:pPr>
            <a:r>
              <a:rPr sz="1950" b="1">
                <a:solidFill>
                  <a:srgbClr val="7958A5"/>
                </a:solidFill>
                <a:latin typeface="Malgun Gothic"/>
                <a:ea typeface="Malgun Gothic"/>
                <a:cs typeface="Malgun Gothic"/>
              </a:rPr>
              <a:t>향후 계획</a:t>
            </a:r>
          </a:p>
        </p:txBody>
      </p:sp>
    </p:spTree>
    <p:extLst>
      <p:ext uri="{BB962C8B-B14F-4D97-AF65-F5344CB8AC3E}">
        <p14:creationId xmlns:p14="http://schemas.microsoft.com/office/powerpoint/2010/main" val="56733253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4E7E4C3-1A01-4D0D-9C34-9B3579905020}"/>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자체 AI 개발 계획</a:t>
            </a:r>
          </a:p>
        </p:txBody>
      </p:sp>
      <p:sp>
        <p:nvSpPr>
          <p:cNvPr id="2" name="">
            <a:extLst xmlns:a="http://schemas.openxmlformats.org/drawingml/2006/main">
              <a:ext uri="{FF2B5EF4-FFF2-40B4-BE49-F238E27FC236}">
                <a16:creationId xmlns:a16="http://schemas.microsoft.com/office/drawing/2014/main" id="{8652978C-DB0C-42C8-87CF-E6C1D4E7F4B9}"/>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F3228CCB-7563-40CF-978C-5029D6C6AA99}"/>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기획 모델과 영상 모델을 각각 고도화</a:t>
            </a:r>
          </a:p>
        </p:txBody>
      </p:sp>
      <p:sp>
        <p:nvSpPr>
          <p:cNvPr id="4" name="">
            <a:extLst xmlns:a="http://schemas.openxmlformats.org/drawingml/2006/main">
              <a:ext uri="{FF2B5EF4-FFF2-40B4-BE49-F238E27FC236}">
                <a16:creationId xmlns:a16="http://schemas.microsoft.com/office/drawing/2014/main" id="{DBCDE3F2-7F78-4A6F-902B-03CD545E2934}"/>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56738AE-ADCC-4436-BB75-67AF772EBD61}"/>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향후 R&amp;D 제안 · 데이터 권리·교사 모델 조건 확인 필요 · 품질·비용 우위와 외부 API 완전 대체는 미검증</a:t>
            </a:r>
          </a:p>
        </p:txBody>
      </p:sp>
      <p:sp>
        <p:nvSpPr>
          <p:cNvPr id="6" name="">
            <a:extLst xmlns:a="http://schemas.openxmlformats.org/drawingml/2006/main">
              <a:ext uri="{FF2B5EF4-FFF2-40B4-BE49-F238E27FC236}">
                <a16:creationId xmlns:a16="http://schemas.microsoft.com/office/drawing/2014/main" id="{E1D5C96E-7091-497A-AE60-40CDCC7E8C63}"/>
              </a:ext>
            </a:extLst>
          </p:cNvPr>
          <p:cNvSpPr>
            <a:spLocks xmlns:a="http://schemas.openxmlformats.org/drawingml/2006/main" noGrp="1"/>
          </p:cNvSpPr>
          <p:nvPr/>
        </p:nvSpPr>
        <p:spPr>
          <a:xfrm xmlns:a="http://schemas.openxmlformats.org/drawingml/2006/main">
            <a:off x="762000" y="2857500"/>
            <a:ext cx="2857500" cy="38100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3BAA90CA-C614-4488-A556-00563CDABCA6}"/>
              </a:ext>
            </a:extLst>
          </p:cNvPr>
          <p:cNvSpPr>
            <a:spLocks xmlns:a="http://schemas.openxmlformats.org/drawingml/2006/main" noGrp="1"/>
          </p:cNvSpPr>
          <p:nvPr/>
        </p:nvSpPr>
        <p:spPr>
          <a:xfrm xmlns:a="http://schemas.openxmlformats.org/drawingml/2006/main">
            <a:off x="1028700" y="31813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허용 데이터</a:t>
            </a:r>
          </a:p>
        </p:txBody>
      </p:sp>
      <p:sp>
        <p:nvSpPr>
          <p:cNvPr id="8" name="">
            <a:extLst xmlns:a="http://schemas.openxmlformats.org/drawingml/2006/main">
              <a:ext uri="{FF2B5EF4-FFF2-40B4-BE49-F238E27FC236}">
                <a16:creationId xmlns:a16="http://schemas.microsoft.com/office/drawing/2014/main" id="{740A2BF5-8775-4EFA-B317-FC6453A5CDCD}"/>
              </a:ext>
            </a:extLst>
          </p:cNvPr>
          <p:cNvSpPr>
            <a:spLocks xmlns:a="http://schemas.openxmlformats.org/drawingml/2006/main" noGrp="1"/>
          </p:cNvSpPr>
          <p:nvPr/>
        </p:nvSpPr>
        <p:spPr>
          <a:xfrm xmlns:a="http://schemas.openxmlformats.org/drawingml/2006/main">
            <a:off x="1028700" y="3971925"/>
            <a:ext cx="2333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IP·소재 권리</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선택·수정 기록</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학습·평가셋 분리</a:t>
            </a:r>
          </a:p>
        </p:txBody>
      </p:sp>
      <p:pic>
        <p:nvPicPr>
          <p:cNvPr id="9" name="">
            <a:extLst xmlns:a="http://schemas.openxmlformats.org/drawingml/2006/main">
              <a:ext uri="{FF2B5EF4-FFF2-40B4-BE49-F238E27FC236}">
                <a16:creationId xmlns:a16="http://schemas.microsoft.com/office/drawing/2014/main" id="{9BF0628C-73FA-4987-AD33-8927516E85B7}"/>
              </a:ext>
            </a:extLst>
          </p:cNvPr>
          <p:cNvPicPr>
            <a:picLocks xmlns:a="http://schemas.openxmlformats.org/drawingml/2006/main" noChangeAspect="1"/>
          </p:cNvPicPr>
          <p:nvPr/>
        </p:nvPicPr>
        <p:blipFill>
          <a:blip xmlns:r="http://schemas.openxmlformats.org/officeDocument/2006/relationships" xmlns:a="http://schemas.openxmlformats.org/drawingml/2006/main" r:embed="Rffa20c5f11134645">
            <a:extLst>
              <a:ext uri="{96DAC541-7B7A-43D3-8B79-37D633B846F1}">
                <asvg:svgBlip xmlns:asvg="http://schemas.microsoft.com/office/drawing/2016/SVG/main" r:embed="Rde22b8ead7554076"/>
              </a:ext>
            </a:extLst>
          </a:blip>
          <a:stretch xmlns:a="http://schemas.openxmlformats.org/drawingml/2006/main"/>
        </p:blipFill>
        <p:spPr>
          <a:xfrm xmlns:a="http://schemas.openxmlformats.org/drawingml/2006/main">
            <a:off x="1047750" y="5819775"/>
            <a:ext cx="419100" cy="419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75E3F6F-A78B-49D6-B89F-245AD719703D}"/>
              </a:ext>
            </a:extLst>
          </p:cNvPr>
          <p:cNvSpPr>
            <a:spLocks xmlns:a="http://schemas.openxmlformats.org/drawingml/2006/main" noGrp="1"/>
          </p:cNvSpPr>
          <p:nvPr/>
        </p:nvSpPr>
        <p:spPr>
          <a:xfrm xmlns:a="http://schemas.openxmlformats.org/drawingml/2006/main">
            <a:off x="1600200" y="58769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51C28"/>
                </a:solidFill>
                <a:latin typeface="Malgun Gothic"/>
                <a:ea typeface="Malgun Gothic"/>
                <a:cs typeface="Malgun Gothic"/>
              </a:defRPr>
            </a:defPPr>
            <a:lvl1pPr algn="l">
              <a:defRPr sz="1575" b="1">
                <a:solidFill>
                  <a:srgbClr val="151C28"/>
                </a:solidFill>
                <a:latin typeface="Malgun Gothic"/>
                <a:ea typeface="Malgun Gothic"/>
                <a:cs typeface="Malgun Gothic"/>
              </a:defRPr>
            </a:lvl1pPr>
            <a:lvl2pPr algn="l">
              <a:defRPr sz="1575" b="1">
                <a:solidFill>
                  <a:srgbClr val="151C28"/>
                </a:solidFill>
                <a:latin typeface="Malgun Gothic"/>
                <a:ea typeface="Malgun Gothic"/>
                <a:cs typeface="Malgun Gothic"/>
              </a:defRPr>
            </a:lvl2pPr>
            <a:lvl3pPr algn="l">
              <a:defRPr sz="1575" b="1">
                <a:solidFill>
                  <a:srgbClr val="151C28"/>
                </a:solidFill>
                <a:latin typeface="Malgun Gothic"/>
                <a:ea typeface="Malgun Gothic"/>
                <a:cs typeface="Malgun Gothic"/>
              </a:defRPr>
            </a:lvl3pPr>
            <a:lvl4pPr algn="l">
              <a:defRPr sz="1575" b="1">
                <a:solidFill>
                  <a:srgbClr val="151C28"/>
                </a:solidFill>
                <a:latin typeface="Malgun Gothic"/>
                <a:ea typeface="Malgun Gothic"/>
                <a:cs typeface="Malgun Gothic"/>
              </a:defRPr>
            </a:lvl4pPr>
            <a:lvl5pPr algn="l">
              <a:defRPr sz="1575" b="1">
                <a:solidFill>
                  <a:srgbClr val="151C28"/>
                </a:solidFill>
                <a:latin typeface="Malgun Gothic"/>
                <a:ea typeface="Malgun Gothic"/>
                <a:cs typeface="Malgun Gothic"/>
              </a:defRPr>
            </a:lvl5pPr>
            <a:lvl6pPr algn="l">
              <a:defRPr sz="1575" b="1">
                <a:solidFill>
                  <a:srgbClr val="151C28"/>
                </a:solidFill>
                <a:latin typeface="Malgun Gothic"/>
                <a:ea typeface="Malgun Gothic"/>
                <a:cs typeface="Malgun Gothic"/>
              </a:defRPr>
            </a:lvl6pPr>
            <a:lvl7pPr algn="l">
              <a:defRPr sz="1575" b="1">
                <a:solidFill>
                  <a:srgbClr val="151C28"/>
                </a:solidFill>
                <a:latin typeface="Malgun Gothic"/>
                <a:ea typeface="Malgun Gothic"/>
                <a:cs typeface="Malgun Gothic"/>
              </a:defRPr>
            </a:lvl7pPr>
            <a:lvl8pPr algn="l">
              <a:defRPr sz="1575" b="1">
                <a:solidFill>
                  <a:srgbClr val="151C28"/>
                </a:solidFill>
                <a:latin typeface="Malgun Gothic"/>
                <a:ea typeface="Malgun Gothic"/>
                <a:cs typeface="Malgun Gothic"/>
              </a:defRPr>
            </a:lvl8pPr>
            <a:lvl9pPr algn="l">
              <a:defRPr sz="1575" b="1">
                <a:solidFill>
                  <a:srgbClr val="151C28"/>
                </a:solidFill>
                <a:latin typeface="Malgun Gothic"/>
                <a:ea typeface="Malgun Gothic"/>
                <a:cs typeface="Malgun Gothic"/>
              </a:defRPr>
            </a:lvl9pPr>
          </a:lstStyle>
          <a:p xmlns:a="http://schemas.openxmlformats.org/drawingml/2006/main">
            <a:pPr algn="l">
              <a:defRPr sz="1575" b="1">
                <a:solidFill>
                  <a:srgbClr val="151C28"/>
                </a:solidFill>
                <a:latin typeface="Malgun Gothic"/>
                <a:ea typeface="Malgun Gothic"/>
                <a:cs typeface="Malgun Gothic"/>
              </a:defRPr>
            </a:pPr>
            <a:r>
              <a:rPr sz="1575" b="1">
                <a:solidFill>
                  <a:srgbClr val="151C28"/>
                </a:solidFill>
                <a:latin typeface="Malgun Gothic"/>
                <a:ea typeface="Malgun Gothic"/>
                <a:cs typeface="Malgun Gothic"/>
              </a:rPr>
              <a:t>Databricks 검토</a:t>
            </a:r>
          </a:p>
        </p:txBody>
      </p:sp>
      <p:sp>
        <p:nvSpPr>
          <p:cNvPr id="11" name="">
            <a:extLst xmlns:a="http://schemas.openxmlformats.org/drawingml/2006/main">
              <a:ext uri="{FF2B5EF4-FFF2-40B4-BE49-F238E27FC236}">
                <a16:creationId xmlns:a16="http://schemas.microsoft.com/office/drawing/2014/main" id="{770CDEDE-98BA-4893-A43A-5730A8602E4B}"/>
              </a:ext>
            </a:extLst>
          </p:cNvPr>
          <p:cNvSpPr>
            <a:spLocks xmlns:a="http://schemas.openxmlformats.org/drawingml/2006/main" noGrp="1"/>
          </p:cNvSpPr>
          <p:nvPr/>
        </p:nvSpPr>
        <p:spPr>
          <a:xfrm xmlns:a="http://schemas.openxmlformats.org/drawingml/2006/main">
            <a:off x="4286250" y="2647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2" name="">
            <a:extLst xmlns:a="http://schemas.openxmlformats.org/drawingml/2006/main">
              <a:ext uri="{FF2B5EF4-FFF2-40B4-BE49-F238E27FC236}">
                <a16:creationId xmlns:a16="http://schemas.microsoft.com/office/drawing/2014/main" id="{385C872C-9D3A-44A4-A43D-C60496BFB822}"/>
              </a:ext>
            </a:extLst>
          </p:cNvPr>
          <p:cNvSpPr>
            <a:spLocks xmlns:a="http://schemas.openxmlformats.org/drawingml/2006/main" noGrp="1"/>
          </p:cNvSpPr>
          <p:nvPr/>
        </p:nvSpPr>
        <p:spPr>
          <a:xfrm xmlns:a="http://schemas.openxmlformats.org/drawingml/2006/main">
            <a:off x="4524375" y="2838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기획용 언어 모델</a:t>
            </a:r>
          </a:p>
        </p:txBody>
      </p:sp>
      <p:sp>
        <p:nvSpPr>
          <p:cNvPr id="13" name="">
            <a:extLst xmlns:a="http://schemas.openxmlformats.org/drawingml/2006/main">
              <a:ext uri="{FF2B5EF4-FFF2-40B4-BE49-F238E27FC236}">
                <a16:creationId xmlns:a16="http://schemas.microsoft.com/office/drawing/2014/main" id="{D0B97DA1-36D3-4872-843E-E1B68C0524D7}"/>
              </a:ext>
            </a:extLst>
          </p:cNvPr>
          <p:cNvSpPr>
            <a:spLocks xmlns:a="http://schemas.openxmlformats.org/drawingml/2006/main" noGrp="1"/>
          </p:cNvSpPr>
          <p:nvPr/>
        </p:nvSpPr>
        <p:spPr>
          <a:xfrm xmlns:a="http://schemas.openxmlformats.org/drawingml/2006/main">
            <a:off x="4524375" y="3362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계획·도구 사용·일관성</a:t>
            </a:r>
          </a:p>
        </p:txBody>
      </p:sp>
      <p:cxnSp>
        <p:nvCxnSpPr>
          <p:cNvPr id="14" name="">
            <a:extLst xmlns:a="http://schemas.openxmlformats.org/drawingml/2006/main">
              <a:ext uri="{FF2B5EF4-FFF2-40B4-BE49-F238E27FC236}">
                <a16:creationId xmlns:a16="http://schemas.microsoft.com/office/drawing/2014/main" id="{9B4424B5-A981-40A3-8EF0-53F22C6517A9}"/>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15" name="">
            <a:extLst xmlns:a="http://schemas.openxmlformats.org/drawingml/2006/main">
              <a:ext uri="{FF2B5EF4-FFF2-40B4-BE49-F238E27FC236}">
                <a16:creationId xmlns:a16="http://schemas.microsoft.com/office/drawing/2014/main" id="{19D87C0C-3416-437F-812B-F12B5E78E16F}"/>
              </a:ext>
            </a:extLst>
          </p:cNvPr>
          <p:cNvCxnSpPr/>
          <p:nvPr/>
        </p:nvCxnSpPr>
        <p:spPr>
          <a:xfrm xmlns:a="http://schemas.openxmlformats.org/drawingml/2006/main" flipH="0" flipV="1">
            <a:off x="3933825" y="3238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16" name="">
            <a:extLst xmlns:a="http://schemas.openxmlformats.org/drawingml/2006/main">
              <a:ext uri="{FF2B5EF4-FFF2-40B4-BE49-F238E27FC236}">
                <a16:creationId xmlns:a16="http://schemas.microsoft.com/office/drawing/2014/main" id="{525B5963-5802-4629-9974-E0AE698150FF}"/>
              </a:ext>
            </a:extLst>
          </p:cNvPr>
          <p:cNvCxnSpPr/>
          <p:nvPr/>
        </p:nvCxnSpPr>
        <p:spPr>
          <a:xfrm xmlns:a="http://schemas.openxmlformats.org/drawingml/2006/main" flipH="0" flipV="0">
            <a:off x="3933825" y="3238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17" name="">
            <a:extLst xmlns:a="http://schemas.openxmlformats.org/drawingml/2006/main">
              <a:ext uri="{FF2B5EF4-FFF2-40B4-BE49-F238E27FC236}">
                <a16:creationId xmlns:a16="http://schemas.microsoft.com/office/drawing/2014/main" id="{0E9F14E6-A37F-4A2F-8306-FA2010D7779D}"/>
              </a:ext>
            </a:extLst>
          </p:cNvPr>
          <p:cNvSpPr>
            <a:spLocks xmlns:a="http://schemas.openxmlformats.org/drawingml/2006/main" noGrp="1"/>
          </p:cNvSpPr>
          <p:nvPr/>
        </p:nvSpPr>
        <p:spPr>
          <a:xfrm xmlns:a="http://schemas.openxmlformats.org/drawingml/2006/main">
            <a:off x="4286250" y="4171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8" name="">
            <a:extLst xmlns:a="http://schemas.openxmlformats.org/drawingml/2006/main">
              <a:ext uri="{FF2B5EF4-FFF2-40B4-BE49-F238E27FC236}">
                <a16:creationId xmlns:a16="http://schemas.microsoft.com/office/drawing/2014/main" id="{7ABF09F5-723D-4BA4-953B-9D935EB6DD4B}"/>
              </a:ext>
            </a:extLst>
          </p:cNvPr>
          <p:cNvSpPr>
            <a:spLocks xmlns:a="http://schemas.openxmlformats.org/drawingml/2006/main" noGrp="1"/>
          </p:cNvSpPr>
          <p:nvPr/>
        </p:nvSpPr>
        <p:spPr>
          <a:xfrm xmlns:a="http://schemas.openxmlformats.org/drawingml/2006/main">
            <a:off x="4524375" y="4362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이미지 모델</a:t>
            </a:r>
          </a:p>
        </p:txBody>
      </p:sp>
      <p:sp>
        <p:nvSpPr>
          <p:cNvPr id="19" name="">
            <a:extLst xmlns:a="http://schemas.openxmlformats.org/drawingml/2006/main">
              <a:ext uri="{FF2B5EF4-FFF2-40B4-BE49-F238E27FC236}">
                <a16:creationId xmlns:a16="http://schemas.microsoft.com/office/drawing/2014/main" id="{01971955-CEC4-47B7-A61A-8D8C8F4435D7}"/>
              </a:ext>
            </a:extLst>
          </p:cNvPr>
          <p:cNvSpPr>
            <a:spLocks xmlns:a="http://schemas.openxmlformats.org/drawingml/2006/main" noGrp="1"/>
          </p:cNvSpPr>
          <p:nvPr/>
        </p:nvSpPr>
        <p:spPr>
          <a:xfrm xmlns:a="http://schemas.openxmlformats.org/drawingml/2006/main">
            <a:off x="4524375" y="4886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캐릭터·스타일 유지</a:t>
            </a:r>
          </a:p>
        </p:txBody>
      </p:sp>
      <p:cxnSp>
        <p:nvCxnSpPr>
          <p:cNvPr id="20" name="">
            <a:extLst xmlns:a="http://schemas.openxmlformats.org/drawingml/2006/main">
              <a:ext uri="{FF2B5EF4-FFF2-40B4-BE49-F238E27FC236}">
                <a16:creationId xmlns:a16="http://schemas.microsoft.com/office/drawing/2014/main" id="{DA0264FF-E850-4CCF-BB16-244BF130E08E}"/>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1" name="">
            <a:extLst xmlns:a="http://schemas.openxmlformats.org/drawingml/2006/main">
              <a:ext uri="{FF2B5EF4-FFF2-40B4-BE49-F238E27FC236}">
                <a16:creationId xmlns:a16="http://schemas.microsoft.com/office/drawing/2014/main" id="{C49A187A-D403-43FF-856B-E9ADC0D7DD19}"/>
              </a:ext>
            </a:extLst>
          </p:cNvPr>
          <p:cNvCxnSpPr/>
          <p:nvPr/>
        </p:nvCxnSpPr>
        <p:spPr>
          <a:xfrm xmlns:a="http://schemas.openxmlformats.org/drawingml/2006/main" flipH="0" flipV="0">
            <a:off x="3933825" y="4762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3492BB0-EE4C-482A-A496-3B1EC5E327E7}"/>
              </a:ext>
            </a:extLst>
          </p:cNvPr>
          <p:cNvSpPr>
            <a:spLocks xmlns:a="http://schemas.openxmlformats.org/drawingml/2006/main" noGrp="1"/>
          </p:cNvSpPr>
          <p:nvPr/>
        </p:nvSpPr>
        <p:spPr>
          <a:xfrm xmlns:a="http://schemas.openxmlformats.org/drawingml/2006/main">
            <a:off x="4286250" y="5695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23" name="">
            <a:extLst xmlns:a="http://schemas.openxmlformats.org/drawingml/2006/main">
              <a:ext uri="{FF2B5EF4-FFF2-40B4-BE49-F238E27FC236}">
                <a16:creationId xmlns:a16="http://schemas.microsoft.com/office/drawing/2014/main" id="{E6698C75-7A0B-401E-B9F0-82F332468FD4}"/>
              </a:ext>
            </a:extLst>
          </p:cNvPr>
          <p:cNvSpPr>
            <a:spLocks xmlns:a="http://schemas.openxmlformats.org/drawingml/2006/main" noGrp="1"/>
          </p:cNvSpPr>
          <p:nvPr/>
        </p:nvSpPr>
        <p:spPr>
          <a:xfrm xmlns:a="http://schemas.openxmlformats.org/drawingml/2006/main">
            <a:off x="4524375" y="5886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영상 모델</a:t>
            </a:r>
          </a:p>
        </p:txBody>
      </p:sp>
      <p:sp>
        <p:nvSpPr>
          <p:cNvPr id="24" name="">
            <a:extLst xmlns:a="http://schemas.openxmlformats.org/drawingml/2006/main">
              <a:ext uri="{FF2B5EF4-FFF2-40B4-BE49-F238E27FC236}">
                <a16:creationId xmlns:a16="http://schemas.microsoft.com/office/drawing/2014/main" id="{6EC10E15-2535-4BD7-AF00-63DAB1A40506}"/>
              </a:ext>
            </a:extLst>
          </p:cNvPr>
          <p:cNvSpPr>
            <a:spLocks xmlns:a="http://schemas.openxmlformats.org/drawingml/2006/main" noGrp="1"/>
          </p:cNvSpPr>
          <p:nvPr/>
        </p:nvSpPr>
        <p:spPr>
          <a:xfrm xmlns:a="http://schemas.openxmlformats.org/drawingml/2006/main">
            <a:off x="4524375" y="6410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장면 품질·움직임·연결</a:t>
            </a:r>
          </a:p>
        </p:txBody>
      </p:sp>
      <p:cxnSp>
        <p:nvCxnSpPr>
          <p:cNvPr id="25" name="">
            <a:extLst xmlns:a="http://schemas.openxmlformats.org/drawingml/2006/main">
              <a:ext uri="{FF2B5EF4-FFF2-40B4-BE49-F238E27FC236}">
                <a16:creationId xmlns:a16="http://schemas.microsoft.com/office/drawing/2014/main" id="{F5088ABD-F3B1-4EA8-BC45-70AC00BF0CDF}"/>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6" name="">
            <a:extLst xmlns:a="http://schemas.openxmlformats.org/drawingml/2006/main">
              <a:ext uri="{FF2B5EF4-FFF2-40B4-BE49-F238E27FC236}">
                <a16:creationId xmlns:a16="http://schemas.microsoft.com/office/drawing/2014/main" id="{BD986429-0213-46F5-890A-2228536B030A}"/>
              </a:ext>
            </a:extLst>
          </p:cNvPr>
          <p:cNvCxnSpPr/>
          <p:nvPr/>
        </p:nvCxnSpPr>
        <p:spPr>
          <a:xfrm xmlns:a="http://schemas.openxmlformats.org/drawingml/2006/main" flipH="0" flipV="0">
            <a:off x="3933825" y="4762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27" name="">
            <a:extLst xmlns:a="http://schemas.openxmlformats.org/drawingml/2006/main">
              <a:ext uri="{FF2B5EF4-FFF2-40B4-BE49-F238E27FC236}">
                <a16:creationId xmlns:a16="http://schemas.microsoft.com/office/drawing/2014/main" id="{CBD49292-5C79-48B7-9F5D-949C2EFED4E7}"/>
              </a:ext>
            </a:extLst>
          </p:cNvPr>
          <p:cNvCxnSpPr/>
          <p:nvPr/>
        </p:nvCxnSpPr>
        <p:spPr>
          <a:xfrm xmlns:a="http://schemas.openxmlformats.org/drawingml/2006/main" flipH="0" flipV="0">
            <a:off x="3933825" y="6286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8" name="">
            <a:extLst xmlns:a="http://schemas.openxmlformats.org/drawingml/2006/main">
              <a:ext uri="{FF2B5EF4-FFF2-40B4-BE49-F238E27FC236}">
                <a16:creationId xmlns:a16="http://schemas.microsoft.com/office/drawing/2014/main" id="{8DBBF346-304F-46BB-BA09-8F904CAC7DAD}"/>
              </a:ext>
            </a:extLst>
          </p:cNvPr>
          <p:cNvSpPr>
            <a:spLocks xmlns:a="http://schemas.openxmlformats.org/drawingml/2006/main" noGrp="1"/>
          </p:cNvSpPr>
          <p:nvPr/>
        </p:nvSpPr>
        <p:spPr>
          <a:xfrm xmlns:a="http://schemas.openxmlformats.org/drawingml/2006/main">
            <a:off x="4295775" y="735330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미세조정·증류 검토</a:t>
            </a:r>
          </a:p>
        </p:txBody>
      </p:sp>
      <p:sp>
        <p:nvSpPr>
          <p:cNvPr id="29" name="">
            <a:extLst xmlns:a="http://schemas.openxmlformats.org/drawingml/2006/main">
              <a:ext uri="{FF2B5EF4-FFF2-40B4-BE49-F238E27FC236}">
                <a16:creationId xmlns:a16="http://schemas.microsoft.com/office/drawing/2014/main" id="{6B1B0C61-6AD9-4FBB-A938-C14BB3703DFB}"/>
              </a:ext>
            </a:extLst>
          </p:cNvPr>
          <p:cNvSpPr>
            <a:spLocks xmlns:a="http://schemas.openxmlformats.org/drawingml/2006/main" noGrp="1"/>
          </p:cNvSpPr>
          <p:nvPr/>
        </p:nvSpPr>
        <p:spPr>
          <a:xfrm xmlns:a="http://schemas.openxmlformats.org/drawingml/2006/main">
            <a:off x="9286875" y="2857500"/>
            <a:ext cx="2143125" cy="3810000"/>
          </a:xfrm>
          <a:prstGeom xmlns:a="http://schemas.openxmlformats.org/drawingml/2006/main" prst="rect">
            <a:avLst/>
          </a:prstGeom>
          <a:solidFill xmlns:a="http://schemas.openxmlformats.org/drawingml/2006/main">
            <a:srgbClr val="EAF6FC"/>
          </a:solidFill>
          <a:ln xmlns:a="http://schemas.openxmlformats.org/drawingml/2006/main" w="9525">
            <a:solidFill>
              <a:srgbClr val="D7E0E8"/>
            </a:solidFill>
          </a:ln>
        </p:spPr>
      </p:sp>
      <p:sp>
        <p:nvSpPr>
          <p:cNvPr id="30" name="">
            <a:extLst xmlns:a="http://schemas.openxmlformats.org/drawingml/2006/main">
              <a:ext uri="{FF2B5EF4-FFF2-40B4-BE49-F238E27FC236}">
                <a16:creationId xmlns:a16="http://schemas.microsoft.com/office/drawing/2014/main" id="{90E760F8-3CA3-4510-A2BF-1D00941B7141}"/>
              </a:ext>
            </a:extLst>
          </p:cNvPr>
          <p:cNvSpPr>
            <a:spLocks xmlns:a="http://schemas.openxmlformats.org/drawingml/2006/main" noGrp="1"/>
          </p:cNvSpPr>
          <p:nvPr/>
        </p:nvSpPr>
        <p:spPr>
          <a:xfrm xmlns:a="http://schemas.openxmlformats.org/drawingml/2006/main">
            <a:off x="9553575" y="3200400"/>
            <a:ext cx="1647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평가</a:t>
            </a:r>
          </a:p>
        </p:txBody>
      </p:sp>
      <p:sp>
        <p:nvSpPr>
          <p:cNvPr id="31" name="">
            <a:extLst xmlns:a="http://schemas.openxmlformats.org/drawingml/2006/main">
              <a:ext uri="{FF2B5EF4-FFF2-40B4-BE49-F238E27FC236}">
                <a16:creationId xmlns:a16="http://schemas.microsoft.com/office/drawing/2014/main" id="{7E37B159-D289-4411-B35F-EDA5855C846F}"/>
              </a:ext>
            </a:extLst>
          </p:cNvPr>
          <p:cNvSpPr>
            <a:spLocks xmlns:a="http://schemas.openxmlformats.org/drawingml/2006/main" noGrp="1"/>
          </p:cNvSpPr>
          <p:nvPr/>
        </p:nvSpPr>
        <p:spPr>
          <a:xfrm xmlns:a="http://schemas.openxmlformats.org/drawingml/2006/main">
            <a:off x="9553575" y="4076700"/>
            <a:ext cx="16478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기준 모델 비교</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품질·비용</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안전성·권리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사람의 채택</a:t>
            </a:r>
          </a:p>
        </p:txBody>
      </p:sp>
      <p:sp>
        <p:nvSpPr>
          <p:cNvPr id="32" name="">
            <a:extLst xmlns:a="http://schemas.openxmlformats.org/drawingml/2006/main">
              <a:ext uri="{FF2B5EF4-FFF2-40B4-BE49-F238E27FC236}">
                <a16:creationId xmlns:a16="http://schemas.microsoft.com/office/drawing/2014/main" id="{07233956-ED4F-463B-A978-088C47445983}"/>
              </a:ext>
            </a:extLst>
          </p:cNvPr>
          <p:cNvSpPr>
            <a:spLocks xmlns:a="http://schemas.openxmlformats.org/drawingml/2006/main" noGrp="1"/>
          </p:cNvSpPr>
          <p:nvPr/>
        </p:nvSpPr>
        <p:spPr>
          <a:xfrm xmlns:a="http://schemas.openxmlformats.org/drawingml/2006/main">
            <a:off x="12192000" y="2857500"/>
            <a:ext cx="22860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8"/>
            </a:solidFill>
          </a:ln>
        </p:spPr>
      </p:sp>
      <p:sp>
        <p:nvSpPr>
          <p:cNvPr id="33" name="">
            <a:extLst xmlns:a="http://schemas.openxmlformats.org/drawingml/2006/main">
              <a:ext uri="{FF2B5EF4-FFF2-40B4-BE49-F238E27FC236}">
                <a16:creationId xmlns:a16="http://schemas.microsoft.com/office/drawing/2014/main" id="{57BEFEC0-D966-41A7-9D42-67F0C9B624FB}"/>
              </a:ext>
            </a:extLst>
          </p:cNvPr>
          <p:cNvSpPr>
            <a:spLocks xmlns:a="http://schemas.openxmlformats.org/drawingml/2006/main" noGrp="1"/>
          </p:cNvSpPr>
          <p:nvPr/>
        </p:nvSpPr>
        <p:spPr>
          <a:xfrm xmlns:a="http://schemas.openxmlformats.org/drawingml/2006/main">
            <a:off x="12430125" y="32004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운영</a:t>
            </a:r>
          </a:p>
        </p:txBody>
      </p:sp>
      <p:sp>
        <p:nvSpPr>
          <p:cNvPr id="34" name="">
            <a:extLst xmlns:a="http://schemas.openxmlformats.org/drawingml/2006/main">
              <a:ext uri="{FF2B5EF4-FFF2-40B4-BE49-F238E27FC236}">
                <a16:creationId xmlns:a16="http://schemas.microsoft.com/office/drawing/2014/main" id="{B861AA97-8B89-4EB5-A944-37CE18924DF2}"/>
              </a:ext>
            </a:extLst>
          </p:cNvPr>
          <p:cNvSpPr>
            <a:spLocks xmlns:a="http://schemas.openxmlformats.org/drawingml/2006/main" noGrp="1"/>
          </p:cNvSpPr>
          <p:nvPr/>
        </p:nvSpPr>
        <p:spPr>
          <a:xfrm xmlns:a="http://schemas.openxmlformats.org/drawingml/2006/main">
            <a:off x="12430125" y="4076700"/>
            <a:ext cx="180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모델 버전 등록</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승인 후 배포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관찰·롤백</a:t>
            </a:r>
          </a:p>
        </p:txBody>
      </p:sp>
      <p:sp>
        <p:nvSpPr>
          <p:cNvPr id="35" name="">
            <a:extLst xmlns:a="http://schemas.openxmlformats.org/drawingml/2006/main">
              <a:ext uri="{FF2B5EF4-FFF2-40B4-BE49-F238E27FC236}">
                <a16:creationId xmlns:a16="http://schemas.microsoft.com/office/drawing/2014/main" id="{7D72C9B6-C600-4CFA-BB68-140643C5EFEB}"/>
              </a:ext>
            </a:extLst>
          </p:cNvPr>
          <p:cNvSpPr>
            <a:spLocks xmlns:a="http://schemas.openxmlformats.org/drawingml/2006/main" noGrp="1"/>
          </p:cNvSpPr>
          <p:nvPr/>
        </p:nvSpPr>
        <p:spPr>
          <a:xfrm xmlns:a="http://schemas.openxmlformats.org/drawingml/2006/main">
            <a:off x="12430125" y="61817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6A9A"/>
                </a:solidFill>
                <a:latin typeface="Malgun Gothic"/>
                <a:ea typeface="Malgun Gothic"/>
                <a:cs typeface="Malgun Gothic"/>
              </a:defRPr>
            </a:defPPr>
            <a:lvl1pPr algn="l">
              <a:defRPr sz="1650" b="1">
                <a:solidFill>
                  <a:srgbClr val="126A9A"/>
                </a:solidFill>
                <a:latin typeface="Malgun Gothic"/>
                <a:ea typeface="Malgun Gothic"/>
                <a:cs typeface="Malgun Gothic"/>
              </a:defRPr>
            </a:lvl1pPr>
            <a:lvl2pPr algn="l">
              <a:defRPr sz="1650" b="1">
                <a:solidFill>
                  <a:srgbClr val="126A9A"/>
                </a:solidFill>
                <a:latin typeface="Malgun Gothic"/>
                <a:ea typeface="Malgun Gothic"/>
                <a:cs typeface="Malgun Gothic"/>
              </a:defRPr>
            </a:lvl2pPr>
            <a:lvl3pPr algn="l">
              <a:defRPr sz="1650" b="1">
                <a:solidFill>
                  <a:srgbClr val="126A9A"/>
                </a:solidFill>
                <a:latin typeface="Malgun Gothic"/>
                <a:ea typeface="Malgun Gothic"/>
                <a:cs typeface="Malgun Gothic"/>
              </a:defRPr>
            </a:lvl3pPr>
            <a:lvl4pPr algn="l">
              <a:defRPr sz="1650" b="1">
                <a:solidFill>
                  <a:srgbClr val="126A9A"/>
                </a:solidFill>
                <a:latin typeface="Malgun Gothic"/>
                <a:ea typeface="Malgun Gothic"/>
                <a:cs typeface="Malgun Gothic"/>
              </a:defRPr>
            </a:lvl4pPr>
            <a:lvl5pPr algn="l">
              <a:defRPr sz="1650" b="1">
                <a:solidFill>
                  <a:srgbClr val="126A9A"/>
                </a:solidFill>
                <a:latin typeface="Malgun Gothic"/>
                <a:ea typeface="Malgun Gothic"/>
                <a:cs typeface="Malgun Gothic"/>
              </a:defRPr>
            </a:lvl5pPr>
            <a:lvl6pPr algn="l">
              <a:defRPr sz="1650" b="1">
                <a:solidFill>
                  <a:srgbClr val="126A9A"/>
                </a:solidFill>
                <a:latin typeface="Malgun Gothic"/>
                <a:ea typeface="Malgun Gothic"/>
                <a:cs typeface="Malgun Gothic"/>
              </a:defRPr>
            </a:lvl6pPr>
            <a:lvl7pPr algn="l">
              <a:defRPr sz="1650" b="1">
                <a:solidFill>
                  <a:srgbClr val="126A9A"/>
                </a:solidFill>
                <a:latin typeface="Malgun Gothic"/>
                <a:ea typeface="Malgun Gothic"/>
                <a:cs typeface="Malgun Gothic"/>
              </a:defRPr>
            </a:lvl7pPr>
            <a:lvl8pPr algn="l">
              <a:defRPr sz="1650" b="1">
                <a:solidFill>
                  <a:srgbClr val="126A9A"/>
                </a:solidFill>
                <a:latin typeface="Malgun Gothic"/>
                <a:ea typeface="Malgun Gothic"/>
                <a:cs typeface="Malgun Gothic"/>
              </a:defRPr>
            </a:lvl8pPr>
            <a:lvl9pPr algn="l">
              <a:defRPr sz="1650" b="1">
                <a:solidFill>
                  <a:srgbClr val="126A9A"/>
                </a:solidFill>
                <a:latin typeface="Malgun Gothic"/>
                <a:ea typeface="Malgun Gothic"/>
                <a:cs typeface="Malgun Gothic"/>
              </a:defRPr>
            </a:lvl9pPr>
          </a:lstStyle>
          <a:p xmlns:a="http://schemas.openxmlformats.org/drawingml/2006/main">
            <a:pPr algn="l">
              <a:defRPr sz="1650" b="1">
                <a:solidFill>
                  <a:srgbClr val="126A9A"/>
                </a:solidFill>
                <a:latin typeface="Malgun Gothic"/>
                <a:ea typeface="Malgun Gothic"/>
                <a:cs typeface="Malgun Gothic"/>
              </a:defRPr>
            </a:pPr>
            <a:r>
              <a:rPr sz="1650" b="1">
                <a:solidFill>
                  <a:srgbClr val="126A9A"/>
                </a:solidFill>
                <a:latin typeface="Malgun Gothic"/>
                <a:ea typeface="Malgun Gothic"/>
                <a:cs typeface="Malgun Gothic"/>
              </a:rPr>
              <a:t>MLflow 검토</a:t>
            </a:r>
          </a:p>
        </p:txBody>
      </p:sp>
      <p:cxnSp>
        <p:nvCxnSpPr>
          <p:cNvPr id="36" name="">
            <a:extLst xmlns:a="http://schemas.openxmlformats.org/drawingml/2006/main">
              <a:ext uri="{FF2B5EF4-FFF2-40B4-BE49-F238E27FC236}">
                <a16:creationId xmlns:a16="http://schemas.microsoft.com/office/drawing/2014/main" id="{24C6062F-1D2D-417D-A44D-9909476F5B3E}"/>
              </a:ext>
            </a:extLst>
          </p:cNvPr>
          <p:cNvCxnSpPr/>
          <p:nvPr/>
        </p:nvCxnSpPr>
        <p:spPr>
          <a:xfrm xmlns:a="http://schemas.openxmlformats.org/drawingml/2006/main" flipH="0" flipV="0">
            <a:off x="8524875" y="3238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37" name="">
            <a:extLst xmlns:a="http://schemas.openxmlformats.org/drawingml/2006/main">
              <a:ext uri="{FF2B5EF4-FFF2-40B4-BE49-F238E27FC236}">
                <a16:creationId xmlns:a16="http://schemas.microsoft.com/office/drawing/2014/main" id="{3BE33475-BC77-4CB4-A665-7A49E4B87B22}"/>
              </a:ext>
            </a:extLst>
          </p:cNvPr>
          <p:cNvCxnSpPr/>
          <p:nvPr/>
        </p:nvCxnSpPr>
        <p:spPr>
          <a:xfrm xmlns:a="http://schemas.openxmlformats.org/drawingml/2006/main" flipH="0" flipV="0">
            <a:off x="8905875" y="3238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38" name="">
            <a:extLst xmlns:a="http://schemas.openxmlformats.org/drawingml/2006/main">
              <a:ext uri="{FF2B5EF4-FFF2-40B4-BE49-F238E27FC236}">
                <a16:creationId xmlns:a16="http://schemas.microsoft.com/office/drawing/2014/main" id="{82DEEB57-17A6-4894-A9E0-1F476995749E}"/>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EE3FA9E3-AD66-4F20-8921-83F299C5F248}"/>
              </a:ext>
            </a:extLst>
          </p:cNvPr>
          <p:cNvCxnSpPr/>
          <p:nvPr/>
        </p:nvCxnSpPr>
        <p:spPr>
          <a:xfrm xmlns:a="http://schemas.openxmlformats.org/drawingml/2006/main" flipH="0" flipV="0">
            <a:off x="8524875"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E8DDADDE-FFA4-4CFB-BA7D-C36F7C104756}"/>
              </a:ext>
            </a:extLst>
          </p:cNvPr>
          <p:cNvCxnSpPr/>
          <p:nvPr/>
        </p:nvCxnSpPr>
        <p:spPr>
          <a:xfrm xmlns:a="http://schemas.openxmlformats.org/drawingml/2006/main" flipH="0" flipV="0">
            <a:off x="8524875" y="6286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41" name="">
            <a:extLst xmlns:a="http://schemas.openxmlformats.org/drawingml/2006/main">
              <a:ext uri="{FF2B5EF4-FFF2-40B4-BE49-F238E27FC236}">
                <a16:creationId xmlns:a16="http://schemas.microsoft.com/office/drawing/2014/main" id="{F5BE76AC-E47C-48A8-A383-D1D45C4C7142}"/>
              </a:ext>
            </a:extLst>
          </p:cNvPr>
          <p:cNvCxnSpPr/>
          <p:nvPr/>
        </p:nvCxnSpPr>
        <p:spPr>
          <a:xfrm xmlns:a="http://schemas.openxmlformats.org/drawingml/2006/main" flipH="0" flipV="1">
            <a:off x="8905875" y="4762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42" name="">
            <a:extLst xmlns:a="http://schemas.openxmlformats.org/drawingml/2006/main">
              <a:ext uri="{FF2B5EF4-FFF2-40B4-BE49-F238E27FC236}">
                <a16:creationId xmlns:a16="http://schemas.microsoft.com/office/drawing/2014/main" id="{34390621-1F7B-41D4-81E6-212BD584AF2E}"/>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15538D6C-39A4-40D3-BE79-B8100FA2F131}"/>
              </a:ext>
            </a:extLst>
          </p:cNvPr>
          <p:cNvCxnSpPr/>
          <p:nvPr/>
        </p:nvCxnSpPr>
        <p:spPr>
          <a:xfrm xmlns:a="http://schemas.openxmlformats.org/drawingml/2006/main" flipH="0" flipV="0">
            <a:off x="11430000"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Tree>
    <p:extLst>
      <p:ext uri="{BB962C8B-B14F-4D97-AF65-F5344CB8AC3E}">
        <p14:creationId xmlns:p14="http://schemas.microsoft.com/office/powerpoint/2010/main" val="5594779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9C922C-D25D-4D25-9187-ACFAD0A9D93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고객 확보</a:t>
            </a:r>
          </a:p>
        </p:txBody>
      </p:sp>
      <p:sp>
        <p:nvSpPr>
          <p:cNvPr id="2" name="">
            <a:extLst xmlns:a="http://schemas.openxmlformats.org/drawingml/2006/main">
              <a:ext uri="{FF2B5EF4-FFF2-40B4-BE49-F238E27FC236}">
                <a16:creationId xmlns:a16="http://schemas.microsoft.com/office/drawing/2014/main" id="{5FA0C8B4-961E-435B-A8C6-73895AC9123B}"/>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15BBD3AD-00B8-4B8D-95D3-2A56BA176CBD}"/>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한 곡의 사용과 다음 곡의 재사용을 검증</a:t>
            </a:r>
          </a:p>
        </p:txBody>
      </p:sp>
      <p:sp>
        <p:nvSpPr>
          <p:cNvPr id="4" name="">
            <a:extLst xmlns:a="http://schemas.openxmlformats.org/drawingml/2006/main">
              <a:ext uri="{FF2B5EF4-FFF2-40B4-BE49-F238E27FC236}">
                <a16:creationId xmlns:a16="http://schemas.microsoft.com/office/drawing/2014/main" id="{FFDFF2D0-447B-4C35-8BFB-969AA3893B3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584CC2F0-6D4E-4C56-8BE5-1025C3FA0B5D}"/>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미실행 검증 계획 · 인터뷰는 개발과 병행 · 대표가 초기 고객 대화를 직접 수행</a:t>
            </a:r>
          </a:p>
        </p:txBody>
      </p:sp>
      <p:sp>
        <p:nvSpPr>
          <p:cNvPr id="6" name="">
            <a:extLst xmlns:a="http://schemas.openxmlformats.org/drawingml/2006/main">
              <a:ext uri="{FF2B5EF4-FFF2-40B4-BE49-F238E27FC236}">
                <a16:creationId xmlns:a16="http://schemas.microsoft.com/office/drawing/2014/main" id="{3CE8C534-4300-4309-830B-F7A2BE072102}"/>
              </a:ext>
            </a:extLst>
          </p:cNvPr>
          <p:cNvSpPr>
            <a:spLocks xmlns:a="http://schemas.openxmlformats.org/drawingml/2006/main" noGrp="1"/>
          </p:cNvSpPr>
          <p:nvPr/>
        </p:nvSpPr>
        <p:spPr>
          <a:xfrm xmlns:a="http://schemas.openxmlformats.org/drawingml/2006/main">
            <a:off x="762000" y="24193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1</a:t>
            </a:r>
          </a:p>
        </p:txBody>
      </p:sp>
      <p:sp>
        <p:nvSpPr>
          <p:cNvPr id="7" name="">
            <a:extLst xmlns:a="http://schemas.openxmlformats.org/drawingml/2006/main">
              <a:ext uri="{FF2B5EF4-FFF2-40B4-BE49-F238E27FC236}">
                <a16:creationId xmlns:a16="http://schemas.microsoft.com/office/drawing/2014/main" id="{E211A6A4-DC59-4C93-BF64-E9E627391AB0}"/>
              </a:ext>
            </a:extLst>
          </p:cNvPr>
          <p:cNvSpPr>
            <a:spLocks xmlns:a="http://schemas.openxmlformats.org/drawingml/2006/main" noGrp="1"/>
          </p:cNvSpPr>
          <p:nvPr/>
        </p:nvSpPr>
        <p:spPr>
          <a:xfrm xmlns:a="http://schemas.openxmlformats.org/drawingml/2006/main">
            <a:off x="1857375" y="24669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문제 인터뷰</a:t>
            </a:r>
          </a:p>
        </p:txBody>
      </p:sp>
      <p:sp>
        <p:nvSpPr>
          <p:cNvPr id="8" name="">
            <a:extLst xmlns:a="http://schemas.openxmlformats.org/drawingml/2006/main">
              <a:ext uri="{FF2B5EF4-FFF2-40B4-BE49-F238E27FC236}">
                <a16:creationId xmlns:a16="http://schemas.microsoft.com/office/drawing/2014/main" id="{5EA0C48D-CB8C-4A97-8401-0A3A494E6AE7}"/>
              </a:ext>
            </a:extLst>
          </p:cNvPr>
          <p:cNvSpPr>
            <a:spLocks xmlns:a="http://schemas.openxmlformats.org/drawingml/2006/main" noGrp="1"/>
          </p:cNvSpPr>
          <p:nvPr/>
        </p:nvSpPr>
        <p:spPr>
          <a:xfrm xmlns:a="http://schemas.openxmlformats.org/drawingml/2006/main">
            <a:off x="6191250" y="24193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최근 제작물·의뢰서·수정 기록</a:t>
            </a:r>
          </a:p>
        </p:txBody>
      </p:sp>
      <p:sp>
        <p:nvSpPr>
          <p:cNvPr id="9" name="">
            <a:extLst xmlns:a="http://schemas.openxmlformats.org/drawingml/2006/main">
              <a:ext uri="{FF2B5EF4-FFF2-40B4-BE49-F238E27FC236}">
                <a16:creationId xmlns:a16="http://schemas.microsoft.com/office/drawing/2014/main" id="{5ECA308B-3471-4949-A851-7D04D36ADB03}"/>
              </a:ext>
            </a:extLst>
          </p:cNvPr>
          <p:cNvSpPr>
            <a:spLocks xmlns:a="http://schemas.openxmlformats.org/drawingml/2006/main" noGrp="1"/>
          </p:cNvSpPr>
          <p:nvPr/>
        </p:nvSpPr>
        <p:spPr>
          <a:xfrm xmlns:a="http://schemas.openxmlformats.org/drawingml/2006/main">
            <a:off x="6191250" y="30575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과정에서 반복되는 마찰</a:t>
            </a:r>
          </a:p>
        </p:txBody>
      </p:sp>
      <p:sp>
        <p:nvSpPr>
          <p:cNvPr id="10" name="">
            <a:extLst xmlns:a="http://schemas.openxmlformats.org/drawingml/2006/main">
              <a:ext uri="{FF2B5EF4-FFF2-40B4-BE49-F238E27FC236}">
                <a16:creationId xmlns:a16="http://schemas.microsoft.com/office/drawing/2014/main" id="{81BD96EC-A5BF-40B9-B304-146E536B7AB0}"/>
              </a:ext>
            </a:extLst>
          </p:cNvPr>
          <p:cNvSpPr>
            <a:spLocks xmlns:a="http://schemas.openxmlformats.org/drawingml/2006/main" noGrp="1"/>
          </p:cNvSpPr>
          <p:nvPr/>
        </p:nvSpPr>
        <p:spPr>
          <a:xfrm xmlns:a="http://schemas.openxmlformats.org/drawingml/2006/main">
            <a:off x="1809750" y="36766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3F6E5852-0D72-4566-81D1-B78FCD4D7DEA}"/>
              </a:ext>
            </a:extLst>
          </p:cNvPr>
          <p:cNvSpPr>
            <a:spLocks xmlns:a="http://schemas.openxmlformats.org/drawingml/2006/main" noGrp="1"/>
          </p:cNvSpPr>
          <p:nvPr/>
        </p:nvSpPr>
        <p:spPr>
          <a:xfrm xmlns:a="http://schemas.openxmlformats.org/drawingml/2006/main">
            <a:off x="762000" y="4038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2</a:t>
            </a:r>
          </a:p>
        </p:txBody>
      </p:sp>
      <p:sp>
        <p:nvSpPr>
          <p:cNvPr id="12" name="">
            <a:extLst xmlns:a="http://schemas.openxmlformats.org/drawingml/2006/main">
              <a:ext uri="{FF2B5EF4-FFF2-40B4-BE49-F238E27FC236}">
                <a16:creationId xmlns:a16="http://schemas.microsoft.com/office/drawing/2014/main" id="{4B5754E2-7A24-4B80-8048-DCAD624EAB24}"/>
              </a:ext>
            </a:extLst>
          </p:cNvPr>
          <p:cNvSpPr>
            <a:spLocks xmlns:a="http://schemas.openxmlformats.org/drawingml/2006/main" noGrp="1"/>
          </p:cNvSpPr>
          <p:nvPr/>
        </p:nvSpPr>
        <p:spPr>
          <a:xfrm xmlns:a="http://schemas.openxmlformats.org/drawingml/2006/main">
            <a:off x="1857375" y="40862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한 곡 사용 시험</a:t>
            </a:r>
          </a:p>
        </p:txBody>
      </p:sp>
      <p:sp>
        <p:nvSpPr>
          <p:cNvPr id="13" name="">
            <a:extLst xmlns:a="http://schemas.openxmlformats.org/drawingml/2006/main">
              <a:ext uri="{FF2B5EF4-FFF2-40B4-BE49-F238E27FC236}">
                <a16:creationId xmlns:a16="http://schemas.microsoft.com/office/drawing/2014/main" id="{5CC10569-13F5-4B51-B70C-608D0F9F568C}"/>
              </a:ext>
            </a:extLst>
          </p:cNvPr>
          <p:cNvSpPr>
            <a:spLocks xmlns:a="http://schemas.openxmlformats.org/drawingml/2006/main" noGrp="1"/>
          </p:cNvSpPr>
          <p:nvPr/>
        </p:nvSpPr>
        <p:spPr>
          <a:xfrm xmlns:a="http://schemas.openxmlformats.org/drawingml/2006/main">
            <a:off x="6191250" y="403860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IP 입력부터 장면 검토·출력</a:t>
            </a:r>
          </a:p>
        </p:txBody>
      </p:sp>
      <p:sp>
        <p:nvSpPr>
          <p:cNvPr id="14" name="">
            <a:extLst xmlns:a="http://schemas.openxmlformats.org/drawingml/2006/main">
              <a:ext uri="{FF2B5EF4-FFF2-40B4-BE49-F238E27FC236}">
                <a16:creationId xmlns:a16="http://schemas.microsoft.com/office/drawing/2014/main" id="{A85A81BC-106A-40B0-8A09-5376D6F0AD09}"/>
              </a:ext>
            </a:extLst>
          </p:cNvPr>
          <p:cNvSpPr>
            <a:spLocks xmlns:a="http://schemas.openxmlformats.org/drawingml/2006/main" noGrp="1"/>
          </p:cNvSpPr>
          <p:nvPr/>
        </p:nvSpPr>
        <p:spPr>
          <a:xfrm xmlns:a="http://schemas.openxmlformats.org/drawingml/2006/main">
            <a:off x="6191250" y="4676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완주 여부·수정 이유·승인본 비용</a:t>
            </a:r>
          </a:p>
        </p:txBody>
      </p:sp>
      <p:sp>
        <p:nvSpPr>
          <p:cNvPr id="15" name="">
            <a:extLst xmlns:a="http://schemas.openxmlformats.org/drawingml/2006/main">
              <a:ext uri="{FF2B5EF4-FFF2-40B4-BE49-F238E27FC236}">
                <a16:creationId xmlns:a16="http://schemas.microsoft.com/office/drawing/2014/main" id="{14F8587C-2CED-4FC1-AB16-24578E36164F}"/>
              </a:ext>
            </a:extLst>
          </p:cNvPr>
          <p:cNvSpPr>
            <a:spLocks xmlns:a="http://schemas.openxmlformats.org/drawingml/2006/main" noGrp="1"/>
          </p:cNvSpPr>
          <p:nvPr/>
        </p:nvSpPr>
        <p:spPr>
          <a:xfrm xmlns:a="http://schemas.openxmlformats.org/drawingml/2006/main">
            <a:off x="1809750" y="529590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4FBFF3E0-F2C0-41BF-AF11-89D37286D309}"/>
              </a:ext>
            </a:extLst>
          </p:cNvPr>
          <p:cNvSpPr>
            <a:spLocks xmlns:a="http://schemas.openxmlformats.org/drawingml/2006/main" noGrp="1"/>
          </p:cNvSpPr>
          <p:nvPr/>
        </p:nvSpPr>
        <p:spPr>
          <a:xfrm xmlns:a="http://schemas.openxmlformats.org/drawingml/2006/main">
            <a:off x="762000" y="56578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3</a:t>
            </a:r>
          </a:p>
        </p:txBody>
      </p:sp>
      <p:sp>
        <p:nvSpPr>
          <p:cNvPr id="17" name="">
            <a:extLst xmlns:a="http://schemas.openxmlformats.org/drawingml/2006/main">
              <a:ext uri="{FF2B5EF4-FFF2-40B4-BE49-F238E27FC236}">
                <a16:creationId xmlns:a16="http://schemas.microsoft.com/office/drawing/2014/main" id="{B9F38BED-7C78-4FCB-804B-2B4BD5C89343}"/>
              </a:ext>
            </a:extLst>
          </p:cNvPr>
          <p:cNvSpPr>
            <a:spLocks xmlns:a="http://schemas.openxmlformats.org/drawingml/2006/main" noGrp="1"/>
          </p:cNvSpPr>
          <p:nvPr/>
        </p:nvSpPr>
        <p:spPr>
          <a:xfrm xmlns:a="http://schemas.openxmlformats.org/drawingml/2006/main">
            <a:off x="1857375" y="57054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다음 곡과 유료 의향</a:t>
            </a:r>
          </a:p>
        </p:txBody>
      </p:sp>
      <p:sp>
        <p:nvSpPr>
          <p:cNvPr id="18" name="">
            <a:extLst xmlns:a="http://schemas.openxmlformats.org/drawingml/2006/main">
              <a:ext uri="{FF2B5EF4-FFF2-40B4-BE49-F238E27FC236}">
                <a16:creationId xmlns:a16="http://schemas.microsoft.com/office/drawing/2014/main" id="{18FD489B-311D-4A2D-90BA-7F0E794B34E5}"/>
              </a:ext>
            </a:extLst>
          </p:cNvPr>
          <p:cNvSpPr>
            <a:spLocks xmlns:a="http://schemas.openxmlformats.org/drawingml/2006/main" noGrp="1"/>
          </p:cNvSpPr>
          <p:nvPr/>
        </p:nvSpPr>
        <p:spPr>
          <a:xfrm xmlns:a="http://schemas.openxmlformats.org/drawingml/2006/main">
            <a:off x="6191250" y="56578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같은 IP의 설정·기록 재사용</a:t>
            </a:r>
          </a:p>
        </p:txBody>
      </p:sp>
      <p:sp>
        <p:nvSpPr>
          <p:cNvPr id="19" name="">
            <a:extLst xmlns:a="http://schemas.openxmlformats.org/drawingml/2006/main">
              <a:ext uri="{FF2B5EF4-FFF2-40B4-BE49-F238E27FC236}">
                <a16:creationId xmlns:a16="http://schemas.microsoft.com/office/drawing/2014/main" id="{D7EF9077-525E-4CB3-A35D-EBF7069575B9}"/>
              </a:ext>
            </a:extLst>
          </p:cNvPr>
          <p:cNvSpPr>
            <a:spLocks xmlns:a="http://schemas.openxmlformats.org/drawingml/2006/main" noGrp="1"/>
          </p:cNvSpPr>
          <p:nvPr/>
        </p:nvSpPr>
        <p:spPr>
          <a:xfrm xmlns:a="http://schemas.openxmlformats.org/drawingml/2006/main">
            <a:off x="6191250" y="62960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사용·지불 의향·실제 결제</a:t>
            </a:r>
          </a:p>
        </p:txBody>
      </p:sp>
      <p:sp>
        <p:nvSpPr>
          <p:cNvPr id="20" name="">
            <a:extLst xmlns:a="http://schemas.openxmlformats.org/drawingml/2006/main">
              <a:ext uri="{FF2B5EF4-FFF2-40B4-BE49-F238E27FC236}">
                <a16:creationId xmlns:a16="http://schemas.microsoft.com/office/drawing/2014/main" id="{63452EF8-E9A0-485C-A419-31AC7AA7284A}"/>
              </a:ext>
            </a:extLst>
          </p:cNvPr>
          <p:cNvSpPr>
            <a:spLocks xmlns:a="http://schemas.openxmlformats.org/drawingml/2006/main" noGrp="1"/>
          </p:cNvSpPr>
          <p:nvPr/>
        </p:nvSpPr>
        <p:spPr>
          <a:xfrm xmlns:a="http://schemas.openxmlformats.org/drawingml/2006/main">
            <a:off x="1809750" y="69151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1" name="">
            <a:extLst xmlns:a="http://schemas.openxmlformats.org/drawingml/2006/main">
              <a:ext uri="{FF2B5EF4-FFF2-40B4-BE49-F238E27FC236}">
                <a16:creationId xmlns:a16="http://schemas.microsoft.com/office/drawing/2014/main" id="{CBAA3B89-2736-4C61-97FC-D048A7D9ED0B}"/>
              </a:ext>
            </a:extLst>
          </p:cNvPr>
          <p:cNvSpPr>
            <a:spLocks xmlns:a="http://schemas.openxmlformats.org/drawingml/2006/main" noGrp="1"/>
          </p:cNvSpPr>
          <p:nvPr/>
        </p:nvSpPr>
        <p:spPr>
          <a:xfrm xmlns:a="http://schemas.openxmlformats.org/drawingml/2006/main">
            <a:off x="762000" y="74199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접근 후보</a:t>
            </a:r>
          </a:p>
        </p:txBody>
      </p:sp>
      <p:sp>
        <p:nvSpPr>
          <p:cNvPr id="22" name="">
            <a:extLst xmlns:a="http://schemas.openxmlformats.org/drawingml/2006/main">
              <a:ext uri="{FF2B5EF4-FFF2-40B4-BE49-F238E27FC236}">
                <a16:creationId xmlns:a16="http://schemas.microsoft.com/office/drawing/2014/main" id="{08486328-AECF-43B9-812E-3D68B187DB0A}"/>
              </a:ext>
            </a:extLst>
          </p:cNvPr>
          <p:cNvSpPr>
            <a:spLocks xmlns:a="http://schemas.openxmlformats.org/drawingml/2006/main" noGrp="1"/>
          </p:cNvSpPr>
          <p:nvPr/>
        </p:nvSpPr>
        <p:spPr>
          <a:xfrm xmlns:a="http://schemas.openxmlformats.org/drawingml/2006/main">
            <a:off x="3000375" y="7372350"/>
            <a:ext cx="1147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개인 VTuber·버추얼팀 활동 채널, 음악영상 제작 커뮤니티</a:t>
            </a:r>
          </a:p>
        </p:txBody>
      </p:sp>
    </p:spTree>
    <p:extLst>
      <p:ext uri="{BB962C8B-B14F-4D97-AF65-F5344CB8AC3E}">
        <p14:creationId xmlns:p14="http://schemas.microsoft.com/office/powerpoint/2010/main" val="11620704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9B0FB2-20A1-4855-BAE9-0F7A5870400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단계별 실행 계획</a:t>
            </a:r>
          </a:p>
        </p:txBody>
      </p:sp>
      <p:sp>
        <p:nvSpPr>
          <p:cNvPr id="2" name="">
            <a:extLst xmlns:a="http://schemas.openxmlformats.org/drawingml/2006/main">
              <a:ext uri="{FF2B5EF4-FFF2-40B4-BE49-F238E27FC236}">
                <a16:creationId xmlns:a16="http://schemas.microsoft.com/office/drawing/2014/main" id="{F6623821-85C4-4BA3-A902-79A54729C0A0}"/>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73757727-E4FF-4C4F-9D13-C0102A148B33}"/>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검증 결과에 따라 제품과 팀을 확장</a:t>
            </a:r>
          </a:p>
        </p:txBody>
      </p:sp>
      <p:sp>
        <p:nvSpPr>
          <p:cNvPr id="4" name="">
            <a:extLst xmlns:a="http://schemas.openxmlformats.org/drawingml/2006/main">
              <a:ext uri="{FF2B5EF4-FFF2-40B4-BE49-F238E27FC236}">
                <a16:creationId xmlns:a16="http://schemas.microsoft.com/office/drawing/2014/main" id="{2D30F913-9654-434A-A88D-CC4071853BCB}"/>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1FF61236-EE76-4F73-9EF7-FB9813801061}"/>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단계별 진입 조건과 역할 확보 제안 · 채용 시점·인원·예산 미확정</a:t>
            </a:r>
          </a:p>
        </p:txBody>
      </p:sp>
      <p:graphicFrame>
        <p:nvGraphicFramePr>
          <p:cNvPr id="6" name="">
            <a:extLst xmlns:a="http://schemas.openxmlformats.org/drawingml/2006/main">
              <a:ext uri="{FF2B5EF4-FFF2-40B4-BE49-F238E27FC236}">
                <a16:creationId xmlns:a16="http://schemas.microsoft.com/office/drawing/2014/main" id="{7936EA79-9890-4EFD-B53A-541169FCBEF6}"/>
              </a:ext>
            </a:extLst>
          </p:cNvPr>
          <p:cNvGraphicFramePr/>
          <p:nvPr/>
        </p:nvGraphicFramePr>
        <p:xfrm>
          <a:off xmlns:a="http://schemas.openxmlformats.org/drawingml/2006/main" x="762000" y="2428875"/>
          <a:ext xmlns:a="http://schemas.openxmlformats.org/drawingml/2006/main" cx="13716000" cy="4524375"/>
        </p:xfrm>
        <a:graphic xmlns:a="http://schemas.openxmlformats.org/drawingml/2006/main">
          <a:graphicData uri="http://schemas.openxmlformats.org/drawingml/2006/table">
            <a:tbl>
              <a:tblPr/>
              <a:tblGrid>
                <a:gridCol w="3381375"/>
                <a:gridCol w="6429375"/>
                <a:gridCol w="3905250"/>
              </a:tblGrid>
              <a:tr h="571500">
                <a:tc>
                  <a:txBody>
                    <a:bodyPr lIns="133350" tIns="133350" rIns="133350" bIns="133350"/>
                    <a:lstStyle/>
                    <a:p>
                      <a:r>
                        <a:rPr sz="2025" b="1">
                          <a:solidFill>
                            <a:srgbClr val="FFFFFF"/>
                          </a:solidFill>
                          <a:latin typeface="Malgun Gothic"/>
                          <a:ea typeface="Malgun Gothic"/>
                          <a:cs typeface="Malgun Gothic"/>
                        </a:rPr>
                        <a:t>단계</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확인할 근거</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우선 확보할 역량</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88219">
                <a:tc>
                  <a:txBody>
                    <a:bodyPr lIns="133350" tIns="133350" rIns="133350" bIns="133350"/>
                    <a:lstStyle/>
                    <a:p>
                      <a:r>
                        <a:rPr sz="2025" b="0">
                          <a:solidFill>
                            <a:srgbClr val="151C28"/>
                          </a:solidFill>
                          <a:latin typeface="Malgun Gothic"/>
                          <a:ea typeface="Malgun Gothic"/>
                          <a:cs typeface="Malgun Gothic"/>
                        </a:rPr>
                        <a:t>핵심 흐름 완성</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모델 연결·출력·복구의 전체 작업</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제품·풀스택</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제작자 검증</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실제 작업 완주와 결과 채택 이유</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영상 제작·UX 리서치</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유료 반복 사용</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재사용·결제와 지원 포함 원가</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고객 운영·사업개발</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모델 특화·시장 확장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권리 데이터·평가셋, 기준 모델 대비 가치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ML·영상 생성·MLOps</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5D3D7020-3EDB-46EF-B69E-A54D6C8899B0}"/>
              </a:ext>
            </a:extLst>
          </p:cNvPr>
          <p:cNvSpPr>
            <a:spLocks xmlns:a="http://schemas.openxmlformats.org/drawingml/2006/main" noGrp="1"/>
          </p:cNvSpPr>
          <p:nvPr/>
        </p:nvSpPr>
        <p:spPr>
          <a:xfrm xmlns:a="http://schemas.openxmlformats.org/drawingml/2006/main">
            <a:off x="762000" y="7286625"/>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고객 검증과 자금 확보, 실제 병목에 따라 협업·채용 방식을 결정</a:t>
            </a:r>
          </a:p>
        </p:txBody>
      </p:sp>
    </p:spTree>
    <p:extLst>
      <p:ext uri="{BB962C8B-B14F-4D97-AF65-F5344CB8AC3E}">
        <p14:creationId xmlns:p14="http://schemas.microsoft.com/office/powerpoint/2010/main" val="19389688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E887B4-08C2-4DE8-8A77-43F2BA00958D}"/>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대표 역량</a:t>
            </a:r>
          </a:p>
        </p:txBody>
      </p:sp>
      <p:sp>
        <p:nvSpPr>
          <p:cNvPr id="2" name="">
            <a:extLst xmlns:a="http://schemas.openxmlformats.org/drawingml/2006/main">
              <a:ext uri="{FF2B5EF4-FFF2-40B4-BE49-F238E27FC236}">
                <a16:creationId xmlns:a16="http://schemas.microsoft.com/office/drawing/2014/main" id="{72D58A0C-48D9-4A1B-8C96-4470248C2929}"/>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75BF6EE3-1A22-47BB-891B-062AEE2410CD}"/>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데이터와 제품 흐름을 연결하는 1인 창업팀</a:t>
            </a:r>
          </a:p>
        </p:txBody>
      </p:sp>
      <p:sp>
        <p:nvSpPr>
          <p:cNvPr id="4" name="">
            <a:extLst xmlns:a="http://schemas.openxmlformats.org/drawingml/2006/main">
              <a:ext uri="{FF2B5EF4-FFF2-40B4-BE49-F238E27FC236}">
                <a16:creationId xmlns:a16="http://schemas.microsoft.com/office/drawing/2014/main" id="{303A0111-2049-406D-93C0-9DCDE78010ED}"/>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FA6FC5A7-8DFD-4C8B-A7CC-6871AA081DA3}"/>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경력·학력은 본인 제공 / 수상은 경복대학교 보도(2026.07.23·09.22)의 RealizeSoft 팀 이력</a:t>
            </a:r>
          </a:p>
        </p:txBody>
      </p:sp>
      <p:sp>
        <p:nvSpPr>
          <p:cNvPr id="6" name="">
            <a:extLst xmlns:a="http://schemas.openxmlformats.org/drawingml/2006/main">
              <a:ext uri="{FF2B5EF4-FFF2-40B4-BE49-F238E27FC236}">
                <a16:creationId xmlns:a16="http://schemas.microsoft.com/office/drawing/2014/main" id="{B1A7E7CA-B3E7-4E11-A585-4C0A88C3926B}"/>
              </a:ext>
            </a:extLst>
          </p:cNvPr>
          <p:cNvSpPr>
            <a:spLocks xmlns:a="http://schemas.openxmlformats.org/drawingml/2006/main" noGrp="1"/>
          </p:cNvSpPr>
          <p:nvPr/>
        </p:nvSpPr>
        <p:spPr>
          <a:xfrm xmlns:a="http://schemas.openxmlformats.org/drawingml/2006/main">
            <a:off x="762000" y="24765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51C28"/>
                </a:solidFill>
                <a:latin typeface="Malgun Gothic"/>
                <a:ea typeface="Malgun Gothic"/>
                <a:cs typeface="Malgun Gothic"/>
              </a:defRPr>
            </a:defPPr>
            <a:lvl1pPr algn="l">
              <a:defRPr sz="5850" b="1">
                <a:solidFill>
                  <a:srgbClr val="151C28"/>
                </a:solidFill>
                <a:latin typeface="Malgun Gothic"/>
                <a:ea typeface="Malgun Gothic"/>
                <a:cs typeface="Malgun Gothic"/>
              </a:defRPr>
            </a:lvl1pPr>
            <a:lvl2pPr algn="l">
              <a:defRPr sz="5850" b="1">
                <a:solidFill>
                  <a:srgbClr val="151C28"/>
                </a:solidFill>
                <a:latin typeface="Malgun Gothic"/>
                <a:ea typeface="Malgun Gothic"/>
                <a:cs typeface="Malgun Gothic"/>
              </a:defRPr>
            </a:lvl2pPr>
            <a:lvl3pPr algn="l">
              <a:defRPr sz="5850" b="1">
                <a:solidFill>
                  <a:srgbClr val="151C28"/>
                </a:solidFill>
                <a:latin typeface="Malgun Gothic"/>
                <a:ea typeface="Malgun Gothic"/>
                <a:cs typeface="Malgun Gothic"/>
              </a:defRPr>
            </a:lvl3pPr>
            <a:lvl4pPr algn="l">
              <a:defRPr sz="5850" b="1">
                <a:solidFill>
                  <a:srgbClr val="151C28"/>
                </a:solidFill>
                <a:latin typeface="Malgun Gothic"/>
                <a:ea typeface="Malgun Gothic"/>
                <a:cs typeface="Malgun Gothic"/>
              </a:defRPr>
            </a:lvl4pPr>
            <a:lvl5pPr algn="l">
              <a:defRPr sz="5850" b="1">
                <a:solidFill>
                  <a:srgbClr val="151C28"/>
                </a:solidFill>
                <a:latin typeface="Malgun Gothic"/>
                <a:ea typeface="Malgun Gothic"/>
                <a:cs typeface="Malgun Gothic"/>
              </a:defRPr>
            </a:lvl5pPr>
            <a:lvl6pPr algn="l">
              <a:defRPr sz="5850" b="1">
                <a:solidFill>
                  <a:srgbClr val="151C28"/>
                </a:solidFill>
                <a:latin typeface="Malgun Gothic"/>
                <a:ea typeface="Malgun Gothic"/>
                <a:cs typeface="Malgun Gothic"/>
              </a:defRPr>
            </a:lvl6pPr>
            <a:lvl7pPr algn="l">
              <a:defRPr sz="5850" b="1">
                <a:solidFill>
                  <a:srgbClr val="151C28"/>
                </a:solidFill>
                <a:latin typeface="Malgun Gothic"/>
                <a:ea typeface="Malgun Gothic"/>
                <a:cs typeface="Malgun Gothic"/>
              </a:defRPr>
            </a:lvl7pPr>
            <a:lvl8pPr algn="l">
              <a:defRPr sz="5850" b="1">
                <a:solidFill>
                  <a:srgbClr val="151C28"/>
                </a:solidFill>
                <a:latin typeface="Malgun Gothic"/>
                <a:ea typeface="Malgun Gothic"/>
                <a:cs typeface="Malgun Gothic"/>
              </a:defRPr>
            </a:lvl8pPr>
            <a:lvl9pPr algn="l">
              <a:defRPr sz="5850" b="1">
                <a:solidFill>
                  <a:srgbClr val="151C28"/>
                </a:solidFill>
                <a:latin typeface="Malgun Gothic"/>
                <a:ea typeface="Malgun Gothic"/>
                <a:cs typeface="Malgun Gothic"/>
              </a:defRPr>
            </a:lvl9pPr>
          </a:lstStyle>
          <a:p xmlns:a="http://schemas.openxmlformats.org/drawingml/2006/main">
            <a:pPr algn="l">
              <a:defRPr sz="5850" b="1">
                <a:solidFill>
                  <a:srgbClr val="151C28"/>
                </a:solidFill>
                <a:latin typeface="Malgun Gothic"/>
                <a:ea typeface="Malgun Gothic"/>
                <a:cs typeface="Malgun Gothic"/>
              </a:defRPr>
            </a:pPr>
            <a:r>
              <a:rPr sz="5850" b="1">
                <a:solidFill>
                  <a:srgbClr val="151C28"/>
                </a:solidFill>
                <a:latin typeface="Malgun Gothic"/>
                <a:ea typeface="Malgun Gothic"/>
                <a:cs typeface="Malgun Gothic"/>
              </a:rPr>
              <a:t>이성민</a:t>
            </a:r>
          </a:p>
        </p:txBody>
      </p:sp>
      <p:sp>
        <p:nvSpPr>
          <p:cNvPr id="7" name="">
            <a:extLst xmlns:a="http://schemas.openxmlformats.org/drawingml/2006/main">
              <a:ext uri="{FF2B5EF4-FFF2-40B4-BE49-F238E27FC236}">
                <a16:creationId xmlns:a16="http://schemas.microsoft.com/office/drawing/2014/main" id="{5BF9B383-102A-4D4D-B555-4C45D58DB2B4}"/>
              </a:ext>
            </a:extLst>
          </p:cNvPr>
          <p:cNvSpPr>
            <a:spLocks xmlns:a="http://schemas.openxmlformats.org/drawingml/2006/main" noGrp="1"/>
          </p:cNvSpPr>
          <p:nvPr/>
        </p:nvSpPr>
        <p:spPr>
          <a:xfrm xmlns:a="http://schemas.openxmlformats.org/drawingml/2006/main">
            <a:off x="809625" y="3705225"/>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RealizeSoft 대표</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현실화하는소프트</a:t>
            </a:r>
          </a:p>
        </p:txBody>
      </p:sp>
      <p:sp>
        <p:nvSpPr>
          <p:cNvPr id="8" name="">
            <a:extLst xmlns:a="http://schemas.openxmlformats.org/drawingml/2006/main">
              <a:ext uri="{FF2B5EF4-FFF2-40B4-BE49-F238E27FC236}">
                <a16:creationId xmlns:a16="http://schemas.microsoft.com/office/drawing/2014/main" id="{6D550549-86AA-4839-BEE4-7C8685AF0F87}"/>
              </a:ext>
            </a:extLst>
          </p:cNvPr>
          <p:cNvSpPr>
            <a:spLocks xmlns:a="http://schemas.openxmlformats.org/drawingml/2006/main" noGrp="1"/>
          </p:cNvSpPr>
          <p:nvPr/>
        </p:nvSpPr>
        <p:spPr>
          <a:xfrm xmlns:a="http://schemas.openxmlformats.org/drawingml/2006/main">
            <a:off x="809625" y="50101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경복대학교 소프트웨어융합학과</a:t>
            </a:r>
          </a:p>
        </p:txBody>
      </p:sp>
      <p:sp>
        <p:nvSpPr>
          <p:cNvPr id="9" name="">
            <a:extLst xmlns:a="http://schemas.openxmlformats.org/drawingml/2006/main">
              <a:ext uri="{FF2B5EF4-FFF2-40B4-BE49-F238E27FC236}">
                <a16:creationId xmlns:a16="http://schemas.microsoft.com/office/drawing/2014/main" id="{C3A71C56-9ACC-4F57-82AD-6FEE0043185A}"/>
              </a:ext>
            </a:extLst>
          </p:cNvPr>
          <p:cNvSpPr>
            <a:spLocks xmlns:a="http://schemas.openxmlformats.org/drawingml/2006/main" noGrp="1"/>
          </p:cNvSpPr>
          <p:nvPr/>
        </p:nvSpPr>
        <p:spPr>
          <a:xfrm xmlns:a="http://schemas.openxmlformats.org/drawingml/2006/main">
            <a:off x="809625" y="60864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6A9A"/>
                </a:solidFill>
                <a:latin typeface="Malgun Gothic"/>
                <a:ea typeface="Malgun Gothic"/>
                <a:cs typeface="Malgun Gothic"/>
              </a:defRPr>
            </a:defPPr>
            <a:lvl1pPr algn="l">
              <a:defRPr sz="2175" b="0">
                <a:solidFill>
                  <a:srgbClr val="126A9A"/>
                </a:solidFill>
                <a:latin typeface="Malgun Gothic"/>
                <a:ea typeface="Malgun Gothic"/>
                <a:cs typeface="Malgun Gothic"/>
              </a:defRPr>
            </a:lvl1pPr>
            <a:lvl2pPr algn="l">
              <a:defRPr sz="2175" b="0">
                <a:solidFill>
                  <a:srgbClr val="126A9A"/>
                </a:solidFill>
                <a:latin typeface="Malgun Gothic"/>
                <a:ea typeface="Malgun Gothic"/>
                <a:cs typeface="Malgun Gothic"/>
              </a:defRPr>
            </a:lvl2pPr>
            <a:lvl3pPr algn="l">
              <a:defRPr sz="2175" b="0">
                <a:solidFill>
                  <a:srgbClr val="126A9A"/>
                </a:solidFill>
                <a:latin typeface="Malgun Gothic"/>
                <a:ea typeface="Malgun Gothic"/>
                <a:cs typeface="Malgun Gothic"/>
              </a:defRPr>
            </a:lvl3pPr>
            <a:lvl4pPr algn="l">
              <a:defRPr sz="2175" b="0">
                <a:solidFill>
                  <a:srgbClr val="126A9A"/>
                </a:solidFill>
                <a:latin typeface="Malgun Gothic"/>
                <a:ea typeface="Malgun Gothic"/>
                <a:cs typeface="Malgun Gothic"/>
              </a:defRPr>
            </a:lvl4pPr>
            <a:lvl5pPr algn="l">
              <a:defRPr sz="2175" b="0">
                <a:solidFill>
                  <a:srgbClr val="126A9A"/>
                </a:solidFill>
                <a:latin typeface="Malgun Gothic"/>
                <a:ea typeface="Malgun Gothic"/>
                <a:cs typeface="Malgun Gothic"/>
              </a:defRPr>
            </a:lvl5pPr>
            <a:lvl6pPr algn="l">
              <a:defRPr sz="2175" b="0">
                <a:solidFill>
                  <a:srgbClr val="126A9A"/>
                </a:solidFill>
                <a:latin typeface="Malgun Gothic"/>
                <a:ea typeface="Malgun Gothic"/>
                <a:cs typeface="Malgun Gothic"/>
              </a:defRPr>
            </a:lvl6pPr>
            <a:lvl7pPr algn="l">
              <a:defRPr sz="2175" b="0">
                <a:solidFill>
                  <a:srgbClr val="126A9A"/>
                </a:solidFill>
                <a:latin typeface="Malgun Gothic"/>
                <a:ea typeface="Malgun Gothic"/>
                <a:cs typeface="Malgun Gothic"/>
              </a:defRPr>
            </a:lvl7pPr>
            <a:lvl8pPr algn="l">
              <a:defRPr sz="2175" b="0">
                <a:solidFill>
                  <a:srgbClr val="126A9A"/>
                </a:solidFill>
                <a:latin typeface="Malgun Gothic"/>
                <a:ea typeface="Malgun Gothic"/>
                <a:cs typeface="Malgun Gothic"/>
              </a:defRPr>
            </a:lvl8pPr>
            <a:lvl9pPr algn="l">
              <a:defRPr sz="2175" b="0">
                <a:solidFill>
                  <a:srgbClr val="126A9A"/>
                </a:solidFill>
                <a:latin typeface="Malgun Gothic"/>
                <a:ea typeface="Malgun Gothic"/>
                <a:cs typeface="Malgun Gothic"/>
              </a:defRPr>
            </a:lvl9pPr>
          </a:lstStyle>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데이터엔지니어 직무</a:t>
            </a:r>
          </a:p>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한화 포탈 데이터 엔지니어링 경험</a:t>
            </a:r>
          </a:p>
        </p:txBody>
      </p:sp>
      <p:sp>
        <p:nvSpPr>
          <p:cNvPr id="10" name="">
            <a:extLst xmlns:a="http://schemas.openxmlformats.org/drawingml/2006/main">
              <a:ext uri="{FF2B5EF4-FFF2-40B4-BE49-F238E27FC236}">
                <a16:creationId xmlns:a16="http://schemas.microsoft.com/office/drawing/2014/main" id="{5384EA43-36C6-451D-8DCB-0006115C7613}"/>
              </a:ext>
            </a:extLst>
          </p:cNvPr>
          <p:cNvSpPr>
            <a:spLocks xmlns:a="http://schemas.openxmlformats.org/drawingml/2006/main" noGrp="1"/>
          </p:cNvSpPr>
          <p:nvPr/>
        </p:nvSpPr>
        <p:spPr>
          <a:xfrm xmlns:a="http://schemas.openxmlformats.org/drawingml/2006/main">
            <a:off x="7239000" y="2524125"/>
            <a:ext cx="0" cy="4476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A6B273FF-DEC7-4215-85C4-1CED4DA037D0}"/>
              </a:ext>
            </a:extLst>
          </p:cNvPr>
          <p:cNvSpPr>
            <a:spLocks xmlns:a="http://schemas.openxmlformats.org/drawingml/2006/main" noGrp="1"/>
          </p:cNvSpPr>
          <p:nvPr/>
        </p:nvSpPr>
        <p:spPr>
          <a:xfrm xmlns:a="http://schemas.openxmlformats.org/drawingml/2006/main">
            <a:off x="8001000" y="250507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2026 U300 Academy</a:t>
            </a:r>
          </a:p>
        </p:txBody>
      </p:sp>
      <p:sp>
        <p:nvSpPr>
          <p:cNvPr id="12" name="">
            <a:extLst xmlns:a="http://schemas.openxmlformats.org/drawingml/2006/main">
              <a:ext uri="{FF2B5EF4-FFF2-40B4-BE49-F238E27FC236}">
                <a16:creationId xmlns:a16="http://schemas.microsoft.com/office/drawing/2014/main" id="{B879C3E8-9DBD-4FA9-9C5A-EB90DF3BCEED}"/>
              </a:ext>
            </a:extLst>
          </p:cNvPr>
          <p:cNvSpPr>
            <a:spLocks xmlns:a="http://schemas.openxmlformats.org/drawingml/2006/main" noGrp="1"/>
          </p:cNvSpPr>
          <p:nvPr/>
        </p:nvSpPr>
        <p:spPr>
          <a:xfrm xmlns:a="http://schemas.openxmlformats.org/drawingml/2006/main">
            <a:off x="8001000" y="3143250"/>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6A9A"/>
                </a:solidFill>
                <a:latin typeface="Malgun Gothic"/>
                <a:ea typeface="Malgun Gothic"/>
                <a:cs typeface="Malgun Gothic"/>
              </a:defRPr>
            </a:defPPr>
            <a:lvl1pPr algn="l">
              <a:defRPr sz="4950" b="1">
                <a:solidFill>
                  <a:srgbClr val="126A9A"/>
                </a:solidFill>
                <a:latin typeface="Malgun Gothic"/>
                <a:ea typeface="Malgun Gothic"/>
                <a:cs typeface="Malgun Gothic"/>
              </a:defRPr>
            </a:lvl1pPr>
            <a:lvl2pPr algn="l">
              <a:defRPr sz="4950" b="1">
                <a:solidFill>
                  <a:srgbClr val="126A9A"/>
                </a:solidFill>
                <a:latin typeface="Malgun Gothic"/>
                <a:ea typeface="Malgun Gothic"/>
                <a:cs typeface="Malgun Gothic"/>
              </a:defRPr>
            </a:lvl2pPr>
            <a:lvl3pPr algn="l">
              <a:defRPr sz="4950" b="1">
                <a:solidFill>
                  <a:srgbClr val="126A9A"/>
                </a:solidFill>
                <a:latin typeface="Malgun Gothic"/>
                <a:ea typeface="Malgun Gothic"/>
                <a:cs typeface="Malgun Gothic"/>
              </a:defRPr>
            </a:lvl3pPr>
            <a:lvl4pPr algn="l">
              <a:defRPr sz="4950" b="1">
                <a:solidFill>
                  <a:srgbClr val="126A9A"/>
                </a:solidFill>
                <a:latin typeface="Malgun Gothic"/>
                <a:ea typeface="Malgun Gothic"/>
                <a:cs typeface="Malgun Gothic"/>
              </a:defRPr>
            </a:lvl4pPr>
            <a:lvl5pPr algn="l">
              <a:defRPr sz="4950" b="1">
                <a:solidFill>
                  <a:srgbClr val="126A9A"/>
                </a:solidFill>
                <a:latin typeface="Malgun Gothic"/>
                <a:ea typeface="Malgun Gothic"/>
                <a:cs typeface="Malgun Gothic"/>
              </a:defRPr>
            </a:lvl5pPr>
            <a:lvl6pPr algn="l">
              <a:defRPr sz="4950" b="1">
                <a:solidFill>
                  <a:srgbClr val="126A9A"/>
                </a:solidFill>
                <a:latin typeface="Malgun Gothic"/>
                <a:ea typeface="Malgun Gothic"/>
                <a:cs typeface="Malgun Gothic"/>
              </a:defRPr>
            </a:lvl6pPr>
            <a:lvl7pPr algn="l">
              <a:defRPr sz="4950" b="1">
                <a:solidFill>
                  <a:srgbClr val="126A9A"/>
                </a:solidFill>
                <a:latin typeface="Malgun Gothic"/>
                <a:ea typeface="Malgun Gothic"/>
                <a:cs typeface="Malgun Gothic"/>
              </a:defRPr>
            </a:lvl7pPr>
            <a:lvl8pPr algn="l">
              <a:defRPr sz="4950" b="1">
                <a:solidFill>
                  <a:srgbClr val="126A9A"/>
                </a:solidFill>
                <a:latin typeface="Malgun Gothic"/>
                <a:ea typeface="Malgun Gothic"/>
                <a:cs typeface="Malgun Gothic"/>
              </a:defRPr>
            </a:lvl8pPr>
            <a:lvl9pPr algn="l">
              <a:defRPr sz="4950" b="1">
                <a:solidFill>
                  <a:srgbClr val="126A9A"/>
                </a:solidFill>
                <a:latin typeface="Malgun Gothic"/>
                <a:ea typeface="Malgun Gothic"/>
                <a:cs typeface="Malgun Gothic"/>
              </a:defRPr>
            </a:lvl9pPr>
          </a:lstStyle>
          <a:p xmlns:a="http://schemas.openxmlformats.org/drawingml/2006/main">
            <a:pPr algn="l">
              <a:defRPr sz="4950" b="1">
                <a:solidFill>
                  <a:srgbClr val="126A9A"/>
                </a:solidFill>
                <a:latin typeface="Malgun Gothic"/>
                <a:ea typeface="Malgun Gothic"/>
                <a:cs typeface="Malgun Gothic"/>
              </a:defRPr>
            </a:pPr>
            <a:r>
              <a:rPr sz="4950" b="1">
                <a:solidFill>
                  <a:srgbClr val="126A9A"/>
                </a:solidFill>
                <a:latin typeface="Malgun Gothic"/>
                <a:ea typeface="Malgun Gothic"/>
                <a:cs typeface="Malgun Gothic"/>
              </a:rPr>
              <a:t>대상</a:t>
            </a:r>
          </a:p>
        </p:txBody>
      </p:sp>
      <p:sp>
        <p:nvSpPr>
          <p:cNvPr id="13" name="">
            <a:extLst xmlns:a="http://schemas.openxmlformats.org/drawingml/2006/main">
              <a:ext uri="{FF2B5EF4-FFF2-40B4-BE49-F238E27FC236}">
                <a16:creationId xmlns:a16="http://schemas.microsoft.com/office/drawing/2014/main" id="{1D8CEA78-3972-4DD4-BDF3-839DAE3E2F0B}"/>
              </a:ext>
            </a:extLst>
          </p:cNvPr>
          <p:cNvSpPr>
            <a:spLocks xmlns:a="http://schemas.openxmlformats.org/drawingml/2006/main" noGrp="1"/>
          </p:cNvSpPr>
          <p:nvPr/>
        </p:nvSpPr>
        <p:spPr>
          <a:xfrm xmlns:a="http://schemas.openxmlformats.org/drawingml/2006/main">
            <a:off x="8029575" y="40767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한국연구재단 이사장상</a:t>
            </a:r>
          </a:p>
        </p:txBody>
      </p:sp>
      <p:sp>
        <p:nvSpPr>
          <p:cNvPr id="14" name="">
            <a:extLst xmlns:a="http://schemas.openxmlformats.org/drawingml/2006/main">
              <a:ext uri="{FF2B5EF4-FFF2-40B4-BE49-F238E27FC236}">
                <a16:creationId xmlns:a16="http://schemas.microsoft.com/office/drawing/2014/main" id="{38EFA4E3-FCB3-4A60-96F9-4D7B7F774DB4}"/>
              </a:ext>
            </a:extLst>
          </p:cNvPr>
          <p:cNvSpPr>
            <a:spLocks xmlns:a="http://schemas.openxmlformats.org/drawingml/2006/main" noGrp="1"/>
          </p:cNvSpPr>
          <p:nvPr/>
        </p:nvSpPr>
        <p:spPr>
          <a:xfrm xmlns:a="http://schemas.openxmlformats.org/drawingml/2006/main">
            <a:off x="8001000" y="52006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경기북동부 청년창업챌린지</a:t>
            </a:r>
          </a:p>
        </p:txBody>
      </p:sp>
      <p:sp>
        <p:nvSpPr>
          <p:cNvPr id="15" name="">
            <a:extLst xmlns:a="http://schemas.openxmlformats.org/drawingml/2006/main">
              <a:ext uri="{FF2B5EF4-FFF2-40B4-BE49-F238E27FC236}">
                <a16:creationId xmlns:a16="http://schemas.microsoft.com/office/drawing/2014/main" id="{21227F9B-58F4-48EA-A8E2-0AAA6343DE0E}"/>
              </a:ext>
            </a:extLst>
          </p:cNvPr>
          <p:cNvSpPr>
            <a:spLocks xmlns:a="http://schemas.openxmlformats.org/drawingml/2006/main" noGrp="1"/>
          </p:cNvSpPr>
          <p:nvPr/>
        </p:nvSpPr>
        <p:spPr>
          <a:xfrm xmlns:a="http://schemas.openxmlformats.org/drawingml/2006/main">
            <a:off x="8001000" y="581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6A9A"/>
                </a:solidFill>
                <a:latin typeface="Malgun Gothic"/>
                <a:ea typeface="Malgun Gothic"/>
                <a:cs typeface="Malgun Gothic"/>
              </a:defRPr>
            </a:defPPr>
            <a:lvl1pPr algn="l">
              <a:defRPr sz="3300" b="1">
                <a:solidFill>
                  <a:srgbClr val="126A9A"/>
                </a:solidFill>
                <a:latin typeface="Malgun Gothic"/>
                <a:ea typeface="Malgun Gothic"/>
                <a:cs typeface="Malgun Gothic"/>
              </a:defRPr>
            </a:lvl1pPr>
            <a:lvl2pPr algn="l">
              <a:defRPr sz="3300" b="1">
                <a:solidFill>
                  <a:srgbClr val="126A9A"/>
                </a:solidFill>
                <a:latin typeface="Malgun Gothic"/>
                <a:ea typeface="Malgun Gothic"/>
                <a:cs typeface="Malgun Gothic"/>
              </a:defRPr>
            </a:lvl2pPr>
            <a:lvl3pPr algn="l">
              <a:defRPr sz="3300" b="1">
                <a:solidFill>
                  <a:srgbClr val="126A9A"/>
                </a:solidFill>
                <a:latin typeface="Malgun Gothic"/>
                <a:ea typeface="Malgun Gothic"/>
                <a:cs typeface="Malgun Gothic"/>
              </a:defRPr>
            </a:lvl3pPr>
            <a:lvl4pPr algn="l">
              <a:defRPr sz="3300" b="1">
                <a:solidFill>
                  <a:srgbClr val="126A9A"/>
                </a:solidFill>
                <a:latin typeface="Malgun Gothic"/>
                <a:ea typeface="Malgun Gothic"/>
                <a:cs typeface="Malgun Gothic"/>
              </a:defRPr>
            </a:lvl4pPr>
            <a:lvl5pPr algn="l">
              <a:defRPr sz="3300" b="1">
                <a:solidFill>
                  <a:srgbClr val="126A9A"/>
                </a:solidFill>
                <a:latin typeface="Malgun Gothic"/>
                <a:ea typeface="Malgun Gothic"/>
                <a:cs typeface="Malgun Gothic"/>
              </a:defRPr>
            </a:lvl5pPr>
            <a:lvl6pPr algn="l">
              <a:defRPr sz="3300" b="1">
                <a:solidFill>
                  <a:srgbClr val="126A9A"/>
                </a:solidFill>
                <a:latin typeface="Malgun Gothic"/>
                <a:ea typeface="Malgun Gothic"/>
                <a:cs typeface="Malgun Gothic"/>
              </a:defRPr>
            </a:lvl6pPr>
            <a:lvl7pPr algn="l">
              <a:defRPr sz="3300" b="1">
                <a:solidFill>
                  <a:srgbClr val="126A9A"/>
                </a:solidFill>
                <a:latin typeface="Malgun Gothic"/>
                <a:ea typeface="Malgun Gothic"/>
                <a:cs typeface="Malgun Gothic"/>
              </a:defRPr>
            </a:lvl7pPr>
            <a:lvl8pPr algn="l">
              <a:defRPr sz="3300" b="1">
                <a:solidFill>
                  <a:srgbClr val="126A9A"/>
                </a:solidFill>
                <a:latin typeface="Malgun Gothic"/>
                <a:ea typeface="Malgun Gothic"/>
                <a:cs typeface="Malgun Gothic"/>
              </a:defRPr>
            </a:lvl8pPr>
            <a:lvl9pPr algn="l">
              <a:defRPr sz="3300" b="1">
                <a:solidFill>
                  <a:srgbClr val="126A9A"/>
                </a:solidFill>
                <a:latin typeface="Malgun Gothic"/>
                <a:ea typeface="Malgun Gothic"/>
                <a:cs typeface="Malgun Gothic"/>
              </a:defRPr>
            </a:lvl9pPr>
          </a:lstStyle>
          <a:p xmlns:a="http://schemas.openxmlformats.org/drawingml/2006/main">
            <a:pPr algn="l">
              <a:defRPr sz="3300" b="1">
                <a:solidFill>
                  <a:srgbClr val="126A9A"/>
                </a:solidFill>
                <a:latin typeface="Malgun Gothic"/>
                <a:ea typeface="Malgun Gothic"/>
                <a:cs typeface="Malgun Gothic"/>
              </a:defRPr>
            </a:pPr>
            <a:r>
              <a:rPr sz="3300" b="1">
                <a:solidFill>
                  <a:srgbClr val="126A9A"/>
                </a:solidFill>
                <a:latin typeface="Malgun Gothic"/>
                <a:ea typeface="Malgun Gothic"/>
                <a:cs typeface="Malgun Gothic"/>
              </a:rPr>
              <a:t>IR 데모데이 기술상</a:t>
            </a:r>
          </a:p>
        </p:txBody>
      </p:sp>
      <p:sp>
        <p:nvSpPr>
          <p:cNvPr id="16" name="">
            <a:extLst xmlns:a="http://schemas.openxmlformats.org/drawingml/2006/main">
              <a:ext uri="{FF2B5EF4-FFF2-40B4-BE49-F238E27FC236}">
                <a16:creationId xmlns:a16="http://schemas.microsoft.com/office/drawing/2014/main" id="{D0447FEE-702C-4512-BDF4-4F3A2492A2B9}"/>
              </a:ext>
            </a:extLst>
          </p:cNvPr>
          <p:cNvSpPr>
            <a:spLocks xmlns:a="http://schemas.openxmlformats.org/drawingml/2006/main" noGrp="1"/>
          </p:cNvSpPr>
          <p:nvPr/>
        </p:nvSpPr>
        <p:spPr>
          <a:xfrm xmlns:a="http://schemas.openxmlformats.org/drawingml/2006/main">
            <a:off x="8029575" y="66484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경기도경제과학진흥원장상</a:t>
            </a:r>
          </a:p>
        </p:txBody>
      </p:sp>
      <p:sp>
        <p:nvSpPr>
          <p:cNvPr id="17" name="">
            <a:extLst xmlns:a="http://schemas.openxmlformats.org/drawingml/2006/main">
              <a:ext uri="{FF2B5EF4-FFF2-40B4-BE49-F238E27FC236}">
                <a16:creationId xmlns:a16="http://schemas.microsoft.com/office/drawing/2014/main" id="{FB94F6ED-58A1-486D-8E50-C950F1F5B71F}"/>
              </a:ext>
            </a:extLst>
          </p:cNvPr>
          <p:cNvSpPr>
            <a:spLocks xmlns:a="http://schemas.openxmlformats.org/drawingml/2006/main" noGrp="1"/>
          </p:cNvSpPr>
          <p:nvPr/>
        </p:nvSpPr>
        <p:spPr>
          <a:xfrm xmlns:a="http://schemas.openxmlformats.org/drawingml/2006/main">
            <a:off x="762000" y="7429500"/>
            <a:ext cx="1371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현재 1인 운영 · 제품 방향·개발·초기 고객 검증 총괄</a:t>
            </a:r>
          </a:p>
        </p:txBody>
      </p:sp>
    </p:spTree>
    <p:extLst>
      <p:ext uri="{BB962C8B-B14F-4D97-AF65-F5344CB8AC3E}">
        <p14:creationId xmlns:p14="http://schemas.microsoft.com/office/powerpoint/2010/main" val="103220431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3C9408-7195-4FE3-8E92-2BD824EBF871}"/>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지원과 다음 성과</a:t>
            </a:r>
          </a:p>
        </p:txBody>
      </p:sp>
      <p:sp>
        <p:nvSpPr>
          <p:cNvPr id="2" name="">
            <a:extLst xmlns:a="http://schemas.openxmlformats.org/drawingml/2006/main">
              <a:ext uri="{FF2B5EF4-FFF2-40B4-BE49-F238E27FC236}">
                <a16:creationId xmlns:a16="http://schemas.microsoft.com/office/drawing/2014/main" id="{608DAFF3-60B3-453D-9BD3-2332B10479CC}"/>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4E5C14B9-0B5A-42AB-B04B-BC080436A6F0}"/>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실제 제작자가 다시 쓰는지 확인하겠습니다</a:t>
            </a:r>
          </a:p>
        </p:txBody>
      </p:sp>
      <p:sp>
        <p:nvSpPr>
          <p:cNvPr id="4" name="">
            <a:extLst xmlns:a="http://schemas.openxmlformats.org/drawingml/2006/main">
              <a:ext uri="{FF2B5EF4-FFF2-40B4-BE49-F238E27FC236}">
                <a16:creationId xmlns:a16="http://schemas.microsoft.com/office/drawing/2014/main" id="{E5A38F32-D828-41F8-91FF-4404401B6DE7}"/>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F506E5A-5AEE-4E09-BA1D-8BF1098F8369}"/>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지원·투자 요청 금액 및 배분액 미확정 · 초기 고객 검증과 실제 비용 기록을 우선</a:t>
            </a:r>
          </a:p>
        </p:txBody>
      </p:sp>
      <p:sp>
        <p:nvSpPr>
          <p:cNvPr id="6" name="">
            <a:extLst xmlns:a="http://schemas.openxmlformats.org/drawingml/2006/main">
              <a:ext uri="{FF2B5EF4-FFF2-40B4-BE49-F238E27FC236}">
                <a16:creationId xmlns:a16="http://schemas.microsoft.com/office/drawing/2014/main" id="{A24176DA-F2A2-40FB-9F20-EB9AF7C9C91A}"/>
              </a:ext>
            </a:extLst>
          </p:cNvPr>
          <p:cNvSpPr>
            <a:spLocks xmlns:a="http://schemas.openxmlformats.org/drawingml/2006/main" noGrp="1"/>
          </p:cNvSpPr>
          <p:nvPr/>
        </p:nvSpPr>
        <p:spPr>
          <a:xfrm xmlns:a="http://schemas.openxmlformats.org/drawingml/2006/main">
            <a:off x="762000" y="25431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필요한 연결</a:t>
            </a:r>
          </a:p>
        </p:txBody>
      </p:sp>
      <p:sp>
        <p:nvSpPr>
          <p:cNvPr id="7" name="">
            <a:extLst xmlns:a="http://schemas.openxmlformats.org/drawingml/2006/main">
              <a:ext uri="{FF2B5EF4-FFF2-40B4-BE49-F238E27FC236}">
                <a16:creationId xmlns:a16="http://schemas.microsoft.com/office/drawing/2014/main" id="{482B5EFE-A1D1-4500-8A10-5BB7C4B9482B}"/>
              </a:ext>
            </a:extLst>
          </p:cNvPr>
          <p:cNvSpPr>
            <a:spLocks xmlns:a="http://schemas.openxmlformats.org/drawingml/2006/main" noGrp="1"/>
          </p:cNvSpPr>
          <p:nvPr/>
        </p:nvSpPr>
        <p:spPr>
          <a:xfrm xmlns:a="http://schemas.openxmlformats.org/drawingml/2006/main">
            <a:off x="762000" y="3514725"/>
            <a:ext cx="6191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초기 제작자 연결</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영상 제작 실무 피드백</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사업화·기술 멘토링</a:t>
            </a:r>
          </a:p>
        </p:txBody>
      </p:sp>
      <p:sp>
        <p:nvSpPr>
          <p:cNvPr id="8" name="">
            <a:extLst xmlns:a="http://schemas.openxmlformats.org/drawingml/2006/main">
              <a:ext uri="{FF2B5EF4-FFF2-40B4-BE49-F238E27FC236}">
                <a16:creationId xmlns:a16="http://schemas.microsoft.com/office/drawing/2014/main" id="{03C5932E-9BFE-4915-AA66-4B0B653DFF9F}"/>
              </a:ext>
            </a:extLst>
          </p:cNvPr>
          <p:cNvSpPr>
            <a:spLocks xmlns:a="http://schemas.openxmlformats.org/drawingml/2006/main" noGrp="1"/>
          </p:cNvSpPr>
          <p:nvPr/>
        </p:nvSpPr>
        <p:spPr>
          <a:xfrm xmlns:a="http://schemas.openxmlformats.org/drawingml/2006/main">
            <a:off x="8334375" y="2543175"/>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확인할 성과</a:t>
            </a:r>
          </a:p>
        </p:txBody>
      </p:sp>
      <p:sp>
        <p:nvSpPr>
          <p:cNvPr id="9" name="">
            <a:extLst xmlns:a="http://schemas.openxmlformats.org/drawingml/2006/main">
              <a:ext uri="{FF2B5EF4-FFF2-40B4-BE49-F238E27FC236}">
                <a16:creationId xmlns:a16="http://schemas.microsoft.com/office/drawing/2014/main" id="{996F39D3-4C82-4023-B73E-5281CACDF2F3}"/>
              </a:ext>
            </a:extLst>
          </p:cNvPr>
          <p:cNvSpPr>
            <a:spLocks xmlns:a="http://schemas.openxmlformats.org/drawingml/2006/main" noGrp="1"/>
          </p:cNvSpPr>
          <p:nvPr/>
        </p:nvSpPr>
        <p:spPr>
          <a:xfrm xmlns:a="http://schemas.openxmlformats.org/drawingml/2006/main">
            <a:off x="8334375" y="3514725"/>
            <a:ext cx="6143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기획부터 출력까지 작업 완주</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다음 곡에서의 재사용</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지원·재시도 포함 실제 비용</a:t>
            </a:r>
          </a:p>
        </p:txBody>
      </p:sp>
      <p:sp>
        <p:nvSpPr>
          <p:cNvPr id="10" name="">
            <a:extLst xmlns:a="http://schemas.openxmlformats.org/drawingml/2006/main">
              <a:ext uri="{FF2B5EF4-FFF2-40B4-BE49-F238E27FC236}">
                <a16:creationId xmlns:a16="http://schemas.microsoft.com/office/drawing/2014/main" id="{65D8679F-E753-43BF-906B-8528162956A8}"/>
              </a:ext>
            </a:extLst>
          </p:cNvPr>
          <p:cNvSpPr>
            <a:spLocks xmlns:a="http://schemas.openxmlformats.org/drawingml/2006/main" noGrp="1"/>
          </p:cNvSpPr>
          <p:nvPr/>
        </p:nvSpPr>
        <p:spPr>
          <a:xfrm xmlns:a="http://schemas.openxmlformats.org/drawingml/2006/main">
            <a:off x="762000" y="6372225"/>
            <a:ext cx="13716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1" name="">
            <a:extLst xmlns:a="http://schemas.openxmlformats.org/drawingml/2006/main">
              <a:ext uri="{FF2B5EF4-FFF2-40B4-BE49-F238E27FC236}">
                <a16:creationId xmlns:a16="http://schemas.microsoft.com/office/drawing/2014/main" id="{FBF1C7BD-D5A2-4758-B64D-0510E9A4CC7B}"/>
              </a:ext>
            </a:extLst>
          </p:cNvPr>
          <p:cNvSpPr>
            <a:spLocks xmlns:a="http://schemas.openxmlformats.org/drawingml/2006/main" noGrp="1"/>
          </p:cNvSpPr>
          <p:nvPr/>
        </p:nvSpPr>
        <p:spPr>
          <a:xfrm xmlns:a="http://schemas.openxmlformats.org/drawingml/2006/main">
            <a:off x="762000" y="68199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51C28"/>
                </a:solidFill>
                <a:latin typeface="Malgun Gothic"/>
                <a:ea typeface="Malgun Gothic"/>
                <a:cs typeface="Malgun Gothic"/>
              </a:defRPr>
            </a:defPPr>
            <a:lvl1pPr algn="l">
              <a:defRPr sz="3975" b="1">
                <a:solidFill>
                  <a:srgbClr val="151C28"/>
                </a:solidFill>
                <a:latin typeface="Malgun Gothic"/>
                <a:ea typeface="Malgun Gothic"/>
                <a:cs typeface="Malgun Gothic"/>
              </a:defRPr>
            </a:lvl1pPr>
            <a:lvl2pPr algn="l">
              <a:defRPr sz="3975" b="1">
                <a:solidFill>
                  <a:srgbClr val="151C28"/>
                </a:solidFill>
                <a:latin typeface="Malgun Gothic"/>
                <a:ea typeface="Malgun Gothic"/>
                <a:cs typeface="Malgun Gothic"/>
              </a:defRPr>
            </a:lvl2pPr>
            <a:lvl3pPr algn="l">
              <a:defRPr sz="3975" b="1">
                <a:solidFill>
                  <a:srgbClr val="151C28"/>
                </a:solidFill>
                <a:latin typeface="Malgun Gothic"/>
                <a:ea typeface="Malgun Gothic"/>
                <a:cs typeface="Malgun Gothic"/>
              </a:defRPr>
            </a:lvl3pPr>
            <a:lvl4pPr algn="l">
              <a:defRPr sz="3975" b="1">
                <a:solidFill>
                  <a:srgbClr val="151C28"/>
                </a:solidFill>
                <a:latin typeface="Malgun Gothic"/>
                <a:ea typeface="Malgun Gothic"/>
                <a:cs typeface="Malgun Gothic"/>
              </a:defRPr>
            </a:lvl4pPr>
            <a:lvl5pPr algn="l">
              <a:defRPr sz="3975" b="1">
                <a:solidFill>
                  <a:srgbClr val="151C28"/>
                </a:solidFill>
                <a:latin typeface="Malgun Gothic"/>
                <a:ea typeface="Malgun Gothic"/>
                <a:cs typeface="Malgun Gothic"/>
              </a:defRPr>
            </a:lvl5pPr>
            <a:lvl6pPr algn="l">
              <a:defRPr sz="3975" b="1">
                <a:solidFill>
                  <a:srgbClr val="151C28"/>
                </a:solidFill>
                <a:latin typeface="Malgun Gothic"/>
                <a:ea typeface="Malgun Gothic"/>
                <a:cs typeface="Malgun Gothic"/>
              </a:defRPr>
            </a:lvl6pPr>
            <a:lvl7pPr algn="l">
              <a:defRPr sz="3975" b="1">
                <a:solidFill>
                  <a:srgbClr val="151C28"/>
                </a:solidFill>
                <a:latin typeface="Malgun Gothic"/>
                <a:ea typeface="Malgun Gothic"/>
                <a:cs typeface="Malgun Gothic"/>
              </a:defRPr>
            </a:lvl7pPr>
            <a:lvl8pPr algn="l">
              <a:defRPr sz="3975" b="1">
                <a:solidFill>
                  <a:srgbClr val="151C28"/>
                </a:solidFill>
                <a:latin typeface="Malgun Gothic"/>
                <a:ea typeface="Malgun Gothic"/>
                <a:cs typeface="Malgun Gothic"/>
              </a:defRPr>
            </a:lvl8pPr>
            <a:lvl9pPr algn="l">
              <a:defRPr sz="3975" b="1">
                <a:solidFill>
                  <a:srgbClr val="151C28"/>
                </a:solidFill>
                <a:latin typeface="Malgun Gothic"/>
                <a:ea typeface="Malgun Gothic"/>
                <a:cs typeface="Malgun Gothic"/>
              </a:defRPr>
            </a:lvl9pPr>
          </a:lstStyle>
          <a:p xmlns:a="http://schemas.openxmlformats.org/drawingml/2006/main">
            <a:pPr algn="l">
              <a:defRPr sz="3975" b="1">
                <a:solidFill>
                  <a:srgbClr val="151C28"/>
                </a:solidFill>
                <a:latin typeface="Malgun Gothic"/>
                <a:ea typeface="Malgun Gothic"/>
                <a:cs typeface="Malgun Gothic"/>
              </a:defRPr>
            </a:pPr>
            <a:r>
              <a:rPr sz="3975" b="1">
                <a:solidFill>
                  <a:srgbClr val="151C28"/>
                </a:solidFill>
                <a:latin typeface="Malgun Gothic"/>
                <a:ea typeface="Malgun Gothic"/>
                <a:cs typeface="Malgun Gothic"/>
              </a:rPr>
              <a:t>Aethon</a:t>
            </a:r>
          </a:p>
        </p:txBody>
      </p:sp>
      <p:sp>
        <p:nvSpPr>
          <p:cNvPr id="12" name="">
            <a:extLst xmlns:a="http://schemas.openxmlformats.org/drawingml/2006/main">
              <a:ext uri="{FF2B5EF4-FFF2-40B4-BE49-F238E27FC236}">
                <a16:creationId xmlns:a16="http://schemas.microsoft.com/office/drawing/2014/main" id="{4F825A26-FC03-43F1-B550-A4E2A0C93D2C}"/>
              </a:ext>
            </a:extLst>
          </p:cNvPr>
          <p:cNvSpPr>
            <a:spLocks xmlns:a="http://schemas.openxmlformats.org/drawingml/2006/main" noGrp="1"/>
          </p:cNvSpPr>
          <p:nvPr/>
        </p:nvSpPr>
        <p:spPr>
          <a:xfrm xmlns:a="http://schemas.openxmlformats.org/drawingml/2006/main">
            <a:off x="4762500" y="70008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1C28"/>
                </a:solidFill>
                <a:latin typeface="Malgun Gothic"/>
                <a:ea typeface="Malgun Gothic"/>
                <a:cs typeface="Malgun Gothic"/>
              </a:defRPr>
            </a:defPPr>
            <a:lvl1pPr algn="l">
              <a:defRPr sz="3000" b="1">
                <a:solidFill>
                  <a:srgbClr val="151C28"/>
                </a:solidFill>
                <a:latin typeface="Malgun Gothic"/>
                <a:ea typeface="Malgun Gothic"/>
                <a:cs typeface="Malgun Gothic"/>
              </a:defRPr>
            </a:lvl1pPr>
            <a:lvl2pPr algn="l">
              <a:defRPr sz="3000" b="1">
                <a:solidFill>
                  <a:srgbClr val="151C28"/>
                </a:solidFill>
                <a:latin typeface="Malgun Gothic"/>
                <a:ea typeface="Malgun Gothic"/>
                <a:cs typeface="Malgun Gothic"/>
              </a:defRPr>
            </a:lvl2pPr>
            <a:lvl3pPr algn="l">
              <a:defRPr sz="3000" b="1">
                <a:solidFill>
                  <a:srgbClr val="151C28"/>
                </a:solidFill>
                <a:latin typeface="Malgun Gothic"/>
                <a:ea typeface="Malgun Gothic"/>
                <a:cs typeface="Malgun Gothic"/>
              </a:defRPr>
            </a:lvl3pPr>
            <a:lvl4pPr algn="l">
              <a:defRPr sz="3000" b="1">
                <a:solidFill>
                  <a:srgbClr val="151C28"/>
                </a:solidFill>
                <a:latin typeface="Malgun Gothic"/>
                <a:ea typeface="Malgun Gothic"/>
                <a:cs typeface="Malgun Gothic"/>
              </a:defRPr>
            </a:lvl4pPr>
            <a:lvl5pPr algn="l">
              <a:defRPr sz="3000" b="1">
                <a:solidFill>
                  <a:srgbClr val="151C28"/>
                </a:solidFill>
                <a:latin typeface="Malgun Gothic"/>
                <a:ea typeface="Malgun Gothic"/>
                <a:cs typeface="Malgun Gothic"/>
              </a:defRPr>
            </a:lvl5pPr>
            <a:lvl6pPr algn="l">
              <a:defRPr sz="3000" b="1">
                <a:solidFill>
                  <a:srgbClr val="151C28"/>
                </a:solidFill>
                <a:latin typeface="Malgun Gothic"/>
                <a:ea typeface="Malgun Gothic"/>
                <a:cs typeface="Malgun Gothic"/>
              </a:defRPr>
            </a:lvl6pPr>
            <a:lvl7pPr algn="l">
              <a:defRPr sz="3000" b="1">
                <a:solidFill>
                  <a:srgbClr val="151C28"/>
                </a:solidFill>
                <a:latin typeface="Malgun Gothic"/>
                <a:ea typeface="Malgun Gothic"/>
                <a:cs typeface="Malgun Gothic"/>
              </a:defRPr>
            </a:lvl7pPr>
            <a:lvl8pPr algn="l">
              <a:defRPr sz="3000" b="1">
                <a:solidFill>
                  <a:srgbClr val="151C28"/>
                </a:solidFill>
                <a:latin typeface="Malgun Gothic"/>
                <a:ea typeface="Malgun Gothic"/>
                <a:cs typeface="Malgun Gothic"/>
              </a:defRPr>
            </a:lvl8pPr>
            <a:lvl9pPr algn="l">
              <a:defRPr sz="3000" b="1">
                <a:solidFill>
                  <a:srgbClr val="151C28"/>
                </a:solidFill>
                <a:latin typeface="Malgun Gothic"/>
                <a:ea typeface="Malgun Gothic"/>
                <a:cs typeface="Malgun Gothic"/>
              </a:defRPr>
            </a:lvl9pPr>
          </a:lstStyle>
          <a:p xmlns:a="http://schemas.openxmlformats.org/drawingml/2006/main">
            <a:pPr algn="l">
              <a:defRPr sz="3000" b="1">
                <a:solidFill>
                  <a:srgbClr val="151C28"/>
                </a:solidFill>
                <a:latin typeface="Malgun Gothic"/>
                <a:ea typeface="Malgun Gothic"/>
                <a:cs typeface="Malgun Gothic"/>
              </a:defRPr>
            </a:pPr>
            <a:r>
              <a:rPr sz="3000" b="1">
                <a:solidFill>
                  <a:srgbClr val="151C28"/>
                </a:solidFill>
                <a:latin typeface="Malgun Gothic"/>
                <a:ea typeface="Malgun Gothic"/>
                <a:cs typeface="Malgun Gothic"/>
              </a:rPr>
              <a:t>한 캐릭터의 다음 음악영상까지</a:t>
            </a:r>
          </a:p>
        </p:txBody>
      </p:sp>
    </p:spTree>
    <p:extLst>
      <p:ext uri="{BB962C8B-B14F-4D97-AF65-F5344CB8AC3E}">
        <p14:creationId xmlns:p14="http://schemas.microsoft.com/office/powerpoint/2010/main" val="9153912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9C2465E3-4627-4CD3-890D-43282FF65FA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1 · 기술 상세</a:t>
            </a:r>
          </a:p>
        </p:txBody>
      </p:sp>
      <p:sp>
        <p:nvSpPr>
          <p:cNvPr id="2" name="">
            <a:extLst xmlns:a="http://schemas.openxmlformats.org/drawingml/2006/main">
              <a:ext uri="{FF2B5EF4-FFF2-40B4-BE49-F238E27FC236}">
                <a16:creationId xmlns:a16="http://schemas.microsoft.com/office/drawing/2014/main" id="{631DEDEB-1803-4051-92C7-AC8EBDB7C963}"/>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16</a:t>
            </a:r>
          </a:p>
        </p:txBody>
      </p:sp>
      <p:sp>
        <p:nvSpPr>
          <p:cNvPr id="3" name="">
            <a:extLst xmlns:a="http://schemas.openxmlformats.org/drawingml/2006/main">
              <a:ext uri="{FF2B5EF4-FFF2-40B4-BE49-F238E27FC236}">
                <a16:creationId xmlns:a16="http://schemas.microsoft.com/office/drawing/2014/main" id="{633D51D4-A87A-4B2C-8AD4-1CD10A665B27}"/>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향후 비동기 영상 제작 구조</a:t>
            </a:r>
          </a:p>
        </p:txBody>
      </p:sp>
      <p:sp>
        <p:nvSpPr>
          <p:cNvPr id="4" name="">
            <a:extLst xmlns:a="http://schemas.openxmlformats.org/drawingml/2006/main">
              <a:ext uri="{FF2B5EF4-FFF2-40B4-BE49-F238E27FC236}">
                <a16:creationId xmlns:a16="http://schemas.microsoft.com/office/drawing/2014/main" id="{6BA61237-2301-4949-868A-CB0BFF2085BD}"/>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F7F6438-AA02-4AA5-B056-1274BAEFDAE2}"/>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전체 향후 도입 검토안 · 업로드 알림과 완료 판정 분리 · 파일·상태·승인 검증 후 합성 · 이벤트 중복·재시도 처리 필요</a:t>
            </a:r>
          </a:p>
        </p:txBody>
      </p:sp>
      <p:sp>
        <p:nvSpPr>
          <p:cNvPr id="6" name="">
            <a:extLst xmlns:a="http://schemas.openxmlformats.org/drawingml/2006/main">
              <a:ext uri="{FF2B5EF4-FFF2-40B4-BE49-F238E27FC236}">
                <a16:creationId xmlns:a16="http://schemas.microsoft.com/office/drawing/2014/main" id="{DCC76FBD-52BE-4E90-B36C-BD80C087967A}"/>
              </a:ext>
            </a:extLst>
          </p:cNvPr>
          <p:cNvSpPr>
            <a:spLocks xmlns:a="http://schemas.openxmlformats.org/drawingml/2006/main" noGrp="1"/>
          </p:cNvSpPr>
          <p:nvPr/>
        </p:nvSpPr>
        <p:spPr>
          <a:xfrm xmlns:a="http://schemas.openxmlformats.org/drawingml/2006/main">
            <a:off x="285750" y="1952625"/>
            <a:ext cx="1714500" cy="528637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65001411-8FBF-49DD-84B7-EA88B917FB88}"/>
              </a:ext>
            </a:extLst>
          </p:cNvPr>
          <p:cNvSpPr>
            <a:spLocks xmlns:a="http://schemas.openxmlformats.org/drawingml/2006/main" noGrp="1"/>
          </p:cNvSpPr>
          <p:nvPr/>
        </p:nvSpPr>
        <p:spPr>
          <a:xfrm xmlns:a="http://schemas.openxmlformats.org/drawingml/2006/main">
            <a:off x="419100" y="2047875"/>
            <a:ext cx="144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51C28"/>
                </a:solidFill>
                <a:latin typeface="Malgun Gothic"/>
                <a:ea typeface="Malgun Gothic"/>
                <a:cs typeface="Malgun Gothic"/>
              </a:defRPr>
            </a:defPPr>
            <a:lvl1pPr algn="l">
              <a:defRPr sz="1800" b="1">
                <a:solidFill>
                  <a:srgbClr val="151C28"/>
                </a:solidFill>
                <a:latin typeface="Malgun Gothic"/>
                <a:ea typeface="Malgun Gothic"/>
                <a:cs typeface="Malgun Gothic"/>
              </a:defRPr>
            </a:lvl1pPr>
            <a:lvl2pPr algn="l">
              <a:defRPr sz="1800" b="1">
                <a:solidFill>
                  <a:srgbClr val="151C28"/>
                </a:solidFill>
                <a:latin typeface="Malgun Gothic"/>
                <a:ea typeface="Malgun Gothic"/>
                <a:cs typeface="Malgun Gothic"/>
              </a:defRPr>
            </a:lvl2pPr>
            <a:lvl3pPr algn="l">
              <a:defRPr sz="1800" b="1">
                <a:solidFill>
                  <a:srgbClr val="151C28"/>
                </a:solidFill>
                <a:latin typeface="Malgun Gothic"/>
                <a:ea typeface="Malgun Gothic"/>
                <a:cs typeface="Malgun Gothic"/>
              </a:defRPr>
            </a:lvl3pPr>
            <a:lvl4pPr algn="l">
              <a:defRPr sz="1800" b="1">
                <a:solidFill>
                  <a:srgbClr val="151C28"/>
                </a:solidFill>
                <a:latin typeface="Malgun Gothic"/>
                <a:ea typeface="Malgun Gothic"/>
                <a:cs typeface="Malgun Gothic"/>
              </a:defRPr>
            </a:lvl4pPr>
            <a:lvl5pPr algn="l">
              <a:defRPr sz="1800" b="1">
                <a:solidFill>
                  <a:srgbClr val="151C28"/>
                </a:solidFill>
                <a:latin typeface="Malgun Gothic"/>
                <a:ea typeface="Malgun Gothic"/>
                <a:cs typeface="Malgun Gothic"/>
              </a:defRPr>
            </a:lvl5pPr>
            <a:lvl6pPr algn="l">
              <a:defRPr sz="1800" b="1">
                <a:solidFill>
                  <a:srgbClr val="151C28"/>
                </a:solidFill>
                <a:latin typeface="Malgun Gothic"/>
                <a:ea typeface="Malgun Gothic"/>
                <a:cs typeface="Malgun Gothic"/>
              </a:defRPr>
            </a:lvl6pPr>
            <a:lvl7pPr algn="l">
              <a:defRPr sz="1800" b="1">
                <a:solidFill>
                  <a:srgbClr val="151C28"/>
                </a:solidFill>
                <a:latin typeface="Malgun Gothic"/>
                <a:ea typeface="Malgun Gothic"/>
                <a:cs typeface="Malgun Gothic"/>
              </a:defRPr>
            </a:lvl7pPr>
            <a:lvl8pPr algn="l">
              <a:defRPr sz="1800" b="1">
                <a:solidFill>
                  <a:srgbClr val="151C28"/>
                </a:solidFill>
                <a:latin typeface="Malgun Gothic"/>
                <a:ea typeface="Malgun Gothic"/>
                <a:cs typeface="Malgun Gothic"/>
              </a:defRPr>
            </a:lvl8pPr>
            <a:lvl9pPr algn="l">
              <a:defRPr sz="1800" b="1">
                <a:solidFill>
                  <a:srgbClr val="151C28"/>
                </a:solidFill>
                <a:latin typeface="Malgun Gothic"/>
                <a:ea typeface="Malgun Gothic"/>
                <a:cs typeface="Malgun Gothic"/>
              </a:defRPr>
            </a:lvl9pPr>
          </a:lstStyle>
          <a:p xmlns:a="http://schemas.openxmlformats.org/drawingml/2006/main">
            <a:pPr algn="l">
              <a:defRPr sz="1800" b="1">
                <a:solidFill>
                  <a:srgbClr val="151C28"/>
                </a:solidFill>
                <a:latin typeface="Malgun Gothic"/>
                <a:ea typeface="Malgun Gothic"/>
                <a:cs typeface="Malgun Gothic"/>
              </a:defRPr>
            </a:pPr>
            <a:r>
              <a:rPr sz="180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30E81E1D-39B1-4F3D-8F02-8557A3328479}"/>
              </a:ext>
            </a:extLst>
          </p:cNvPr>
          <p:cNvSpPr>
            <a:spLocks xmlns:a="http://schemas.openxmlformats.org/drawingml/2006/main" noGrp="1"/>
          </p:cNvSpPr>
          <p:nvPr/>
        </p:nvSpPr>
        <p:spPr>
          <a:xfrm xmlns:a="http://schemas.openxmlformats.org/drawingml/2006/main">
            <a:off x="2190750" y="1476375"/>
            <a:ext cx="9239250" cy="63817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85851C85-53BC-4FE6-B5AB-B62692B3FC88}"/>
              </a:ext>
            </a:extLst>
          </p:cNvPr>
          <p:cNvSpPr>
            <a:spLocks xmlns:a="http://schemas.openxmlformats.org/drawingml/2006/main" noGrp="1"/>
          </p:cNvSpPr>
          <p:nvPr/>
        </p:nvSpPr>
        <p:spPr>
          <a:xfrm xmlns:a="http://schemas.openxmlformats.org/drawingml/2006/main">
            <a:off x="2324100" y="1571625"/>
            <a:ext cx="897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AWS Cloud · 설계안</a:t>
            </a:r>
          </a:p>
        </p:txBody>
      </p:sp>
      <p:sp>
        <p:nvSpPr>
          <p:cNvPr id="10" name="">
            <a:extLst xmlns:a="http://schemas.openxmlformats.org/drawingml/2006/main">
              <a:ext uri="{FF2B5EF4-FFF2-40B4-BE49-F238E27FC236}">
                <a16:creationId xmlns:a16="http://schemas.microsoft.com/office/drawing/2014/main" id="{B46D3A1E-9324-4CA9-9FA5-F25495582646}"/>
              </a:ext>
            </a:extLst>
          </p:cNvPr>
          <p:cNvSpPr>
            <a:spLocks xmlns:a="http://schemas.openxmlformats.org/drawingml/2006/main" noGrp="1"/>
          </p:cNvSpPr>
          <p:nvPr/>
        </p:nvSpPr>
        <p:spPr>
          <a:xfrm xmlns:a="http://schemas.openxmlformats.org/drawingml/2006/main">
            <a:off x="4000500" y="2333625"/>
            <a:ext cx="4476750" cy="414337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1" name="">
            <a:extLst xmlns:a="http://schemas.openxmlformats.org/drawingml/2006/main">
              <a:ext uri="{FF2B5EF4-FFF2-40B4-BE49-F238E27FC236}">
                <a16:creationId xmlns:a16="http://schemas.microsoft.com/office/drawing/2014/main" id="{8B207171-5FA6-4D8A-B639-C266CE1429E4}"/>
              </a:ext>
            </a:extLst>
          </p:cNvPr>
          <p:cNvSpPr>
            <a:spLocks xmlns:a="http://schemas.openxmlformats.org/drawingml/2006/main" noGrp="1"/>
          </p:cNvSpPr>
          <p:nvPr/>
        </p:nvSpPr>
        <p:spPr>
          <a:xfrm xmlns:a="http://schemas.openxmlformats.org/drawingml/2006/main">
            <a:off x="4133850" y="2428875"/>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958A5"/>
                </a:solidFill>
                <a:latin typeface="Malgun Gothic"/>
                <a:ea typeface="Malgun Gothic"/>
                <a:cs typeface="Malgun Gothic"/>
              </a:defRPr>
            </a:defPPr>
            <a:lvl1pPr algn="l">
              <a:defRPr sz="1650" b="1">
                <a:solidFill>
                  <a:srgbClr val="7958A5"/>
                </a:solidFill>
                <a:latin typeface="Malgun Gothic"/>
                <a:ea typeface="Malgun Gothic"/>
                <a:cs typeface="Malgun Gothic"/>
              </a:defRPr>
            </a:lvl1pPr>
            <a:lvl2pPr algn="l">
              <a:defRPr sz="1650" b="1">
                <a:solidFill>
                  <a:srgbClr val="7958A5"/>
                </a:solidFill>
                <a:latin typeface="Malgun Gothic"/>
                <a:ea typeface="Malgun Gothic"/>
                <a:cs typeface="Malgun Gothic"/>
              </a:defRPr>
            </a:lvl2pPr>
            <a:lvl3pPr algn="l">
              <a:defRPr sz="1650" b="1">
                <a:solidFill>
                  <a:srgbClr val="7958A5"/>
                </a:solidFill>
                <a:latin typeface="Malgun Gothic"/>
                <a:ea typeface="Malgun Gothic"/>
                <a:cs typeface="Malgun Gothic"/>
              </a:defRPr>
            </a:lvl3pPr>
            <a:lvl4pPr algn="l">
              <a:defRPr sz="1650" b="1">
                <a:solidFill>
                  <a:srgbClr val="7958A5"/>
                </a:solidFill>
                <a:latin typeface="Malgun Gothic"/>
                <a:ea typeface="Malgun Gothic"/>
                <a:cs typeface="Malgun Gothic"/>
              </a:defRPr>
            </a:lvl4pPr>
            <a:lvl5pPr algn="l">
              <a:defRPr sz="1650" b="1">
                <a:solidFill>
                  <a:srgbClr val="7958A5"/>
                </a:solidFill>
                <a:latin typeface="Malgun Gothic"/>
                <a:ea typeface="Malgun Gothic"/>
                <a:cs typeface="Malgun Gothic"/>
              </a:defRPr>
            </a:lvl5pPr>
            <a:lvl6pPr algn="l">
              <a:defRPr sz="1650" b="1">
                <a:solidFill>
                  <a:srgbClr val="7958A5"/>
                </a:solidFill>
                <a:latin typeface="Malgun Gothic"/>
                <a:ea typeface="Malgun Gothic"/>
                <a:cs typeface="Malgun Gothic"/>
              </a:defRPr>
            </a:lvl6pPr>
            <a:lvl7pPr algn="l">
              <a:defRPr sz="1650" b="1">
                <a:solidFill>
                  <a:srgbClr val="7958A5"/>
                </a:solidFill>
                <a:latin typeface="Malgun Gothic"/>
                <a:ea typeface="Malgun Gothic"/>
                <a:cs typeface="Malgun Gothic"/>
              </a:defRPr>
            </a:lvl7pPr>
            <a:lvl8pPr algn="l">
              <a:defRPr sz="1650" b="1">
                <a:solidFill>
                  <a:srgbClr val="7958A5"/>
                </a:solidFill>
                <a:latin typeface="Malgun Gothic"/>
                <a:ea typeface="Malgun Gothic"/>
                <a:cs typeface="Malgun Gothic"/>
              </a:defRPr>
            </a:lvl8pPr>
            <a:lvl9pPr algn="l">
              <a:defRPr sz="1650" b="1">
                <a:solidFill>
                  <a:srgbClr val="7958A5"/>
                </a:solidFill>
                <a:latin typeface="Malgun Gothic"/>
                <a:ea typeface="Malgun Gothic"/>
                <a:cs typeface="Malgun Gothic"/>
              </a:defRPr>
            </a:lvl9pPr>
          </a:lstStyle>
          <a:p xmlns:a="http://schemas.openxmlformats.org/drawingml/2006/main">
            <a:pPr algn="l">
              <a:defRPr sz="1650" b="1">
                <a:solidFill>
                  <a:srgbClr val="7958A5"/>
                </a:solidFill>
                <a:latin typeface="Malgun Gothic"/>
                <a:ea typeface="Malgun Gothic"/>
                <a:cs typeface="Malgun Gothic"/>
              </a:defRPr>
            </a:pPr>
            <a:r>
              <a:rPr sz="1650" b="1">
                <a:solidFill>
                  <a:srgbClr val="7958A5"/>
                </a:solidFill>
                <a:latin typeface="Malgun Gothic"/>
                <a:ea typeface="Malgun Gothic"/>
                <a:cs typeface="Malgun Gothic"/>
              </a:rPr>
              <a:t>VPC · 애플리케이션</a:t>
            </a:r>
          </a:p>
        </p:txBody>
      </p:sp>
      <p:sp>
        <p:nvSpPr>
          <p:cNvPr id="12" name="">
            <a:extLst xmlns:a="http://schemas.openxmlformats.org/drawingml/2006/main">
              <a:ext uri="{FF2B5EF4-FFF2-40B4-BE49-F238E27FC236}">
                <a16:creationId xmlns:a16="http://schemas.microsoft.com/office/drawing/2014/main" id="{EDD0405B-DD95-4478-B520-2348245AE539}"/>
              </a:ext>
            </a:extLst>
          </p:cNvPr>
          <p:cNvSpPr>
            <a:spLocks xmlns:a="http://schemas.openxmlformats.org/drawingml/2006/main" noGrp="1"/>
          </p:cNvSpPr>
          <p:nvPr/>
        </p:nvSpPr>
        <p:spPr>
          <a:xfrm xmlns:a="http://schemas.openxmlformats.org/drawingml/2006/main">
            <a:off x="11601450" y="1476375"/>
            <a:ext cx="3333750" cy="63817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3AFC8913-42C1-4FCD-BE81-9748580E30E2}"/>
              </a:ext>
            </a:extLst>
          </p:cNvPr>
          <p:cNvSpPr>
            <a:spLocks xmlns:a="http://schemas.openxmlformats.org/drawingml/2006/main" noGrp="1"/>
          </p:cNvSpPr>
          <p:nvPr/>
        </p:nvSpPr>
        <p:spPr>
          <a:xfrm xmlns:a="http://schemas.openxmlformats.org/drawingml/2006/main">
            <a:off x="11734800" y="157162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14" name="">
            <a:extLst xmlns:a="http://schemas.openxmlformats.org/drawingml/2006/main">
              <a:ext uri="{FF2B5EF4-FFF2-40B4-BE49-F238E27FC236}">
                <a16:creationId xmlns:a16="http://schemas.microsoft.com/office/drawing/2014/main" id="{BE6A9802-9BBA-45F5-BC5D-8CE887FACC85}"/>
              </a:ext>
            </a:extLst>
          </p:cNvPr>
          <p:cNvCxnSpPr/>
          <p:nvPr/>
        </p:nvCxnSpPr>
        <p:spPr>
          <a:xfrm xmlns:a="http://schemas.openxmlformats.org/drawingml/2006/main" flipH="0" flipV="0">
            <a:off x="1809750" y="3762375"/>
            <a:ext cx="666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D9B9F18-5B7D-469A-93BD-9530453B6165}"/>
              </a:ext>
            </a:extLst>
          </p:cNvPr>
          <p:cNvCxnSpPr/>
          <p:nvPr/>
        </p:nvCxnSpPr>
        <p:spPr>
          <a:xfrm xmlns:a="http://schemas.openxmlformats.org/drawingml/2006/main" flipH="0" flipV="0">
            <a:off x="3810000" y="3810000"/>
            <a:ext cx="3810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3A422BD5-4AA0-4E6F-B2E8-3185519762D3}"/>
              </a:ext>
            </a:extLst>
          </p:cNvPr>
          <p:cNvCxnSpPr/>
          <p:nvPr/>
        </p:nvCxnSpPr>
        <p:spPr>
          <a:xfrm xmlns:a="http://schemas.openxmlformats.org/drawingml/2006/main" flipH="0" flipV="0">
            <a:off x="6000750" y="3810000"/>
            <a:ext cx="285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ECF00A94-5ACA-4C04-9057-F4433FFFBAE3}"/>
              </a:ext>
            </a:extLst>
          </p:cNvPr>
          <p:cNvCxnSpPr/>
          <p:nvPr/>
        </p:nvCxnSpPr>
        <p:spPr>
          <a:xfrm xmlns:a="http://schemas.openxmlformats.org/drawingml/2006/main" flipH="0" flipV="0">
            <a:off x="5095875" y="4286250"/>
            <a:ext cx="0" cy="9525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653EB2E4-FBC3-4AC4-89E1-489DF653DD77}"/>
              </a:ext>
            </a:extLst>
          </p:cNvPr>
          <p:cNvCxnSpPr/>
          <p:nvPr/>
        </p:nvCxnSpPr>
        <p:spPr>
          <a:xfrm xmlns:a="http://schemas.openxmlformats.org/drawingml/2006/main" flipH="0" flipV="0">
            <a:off x="7258050" y="4286250"/>
            <a:ext cx="0" cy="95250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4AEF4953-1137-4B2F-B810-82B4F2E750EC}"/>
              </a:ext>
            </a:extLst>
          </p:cNvPr>
          <p:cNvCxnSpPr/>
          <p:nvPr/>
        </p:nvCxnSpPr>
        <p:spPr>
          <a:xfrm xmlns:a="http://schemas.openxmlformats.org/drawingml/2006/main" flipH="0" flipV="0">
            <a:off x="8239125" y="5715000"/>
            <a:ext cx="35242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20" name="">
            <a:extLst xmlns:a="http://schemas.openxmlformats.org/drawingml/2006/main">
              <a:ext uri="{FF2B5EF4-FFF2-40B4-BE49-F238E27FC236}">
                <a16:creationId xmlns:a16="http://schemas.microsoft.com/office/drawing/2014/main" id="{1C61F293-EB4B-4490-B4BF-4FE35A2F4812}"/>
              </a:ext>
            </a:extLst>
          </p:cNvPr>
          <p:cNvCxnSpPr/>
          <p:nvPr/>
        </p:nvCxnSpPr>
        <p:spPr>
          <a:xfrm xmlns:a="http://schemas.openxmlformats.org/drawingml/2006/main" flipH="0" flipV="1">
            <a:off x="8591550" y="4000500"/>
            <a:ext cx="0" cy="1714500"/>
          </a:xfrm>
          <a:prstGeom xmlns:a="http://schemas.openxmlformats.org/drawingml/2006/main" prst="straightConnector1">
            <a:avLst/>
          </a:prstGeom>
          <a:ln xmlns:a="http://schemas.openxmlformats.org/drawingml/2006/main" w="23813">
            <a:solidFill>
              <a:srgbClr val="438279"/>
            </a:solidFill>
            <a:prstDash val="solid"/>
          </a:ln>
        </p:spPr>
      </p:cxnSp>
      <p:cxnSp>
        <p:nvCxnSpPr>
          <p:cNvPr id="21" name="">
            <a:extLst xmlns:a="http://schemas.openxmlformats.org/drawingml/2006/main">
              <a:ext uri="{FF2B5EF4-FFF2-40B4-BE49-F238E27FC236}">
                <a16:creationId xmlns:a16="http://schemas.microsoft.com/office/drawing/2014/main" id="{0B0733F0-0BDC-4D58-AE66-011D5B2B3078}"/>
              </a:ext>
            </a:extLst>
          </p:cNvPr>
          <p:cNvCxnSpPr/>
          <p:nvPr/>
        </p:nvCxnSpPr>
        <p:spPr>
          <a:xfrm xmlns:a="http://schemas.openxmlformats.org/drawingml/2006/main" flipH="0" flipV="0">
            <a:off x="8591550" y="4000500"/>
            <a:ext cx="219075" cy="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179AC79B-4D83-45B0-8EC4-BD6B9AB22668}"/>
              </a:ext>
            </a:extLst>
          </p:cNvPr>
          <p:cNvCxnSpPr/>
          <p:nvPr/>
        </p:nvCxnSpPr>
        <p:spPr>
          <a:xfrm xmlns:a="http://schemas.openxmlformats.org/drawingml/2006/main" flipH="0" flipV="0">
            <a:off x="9906000" y="4286250"/>
            <a:ext cx="0" cy="95250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3" name="">
            <a:extLst xmlns:a="http://schemas.openxmlformats.org/drawingml/2006/main">
              <a:ext uri="{FF2B5EF4-FFF2-40B4-BE49-F238E27FC236}">
                <a16:creationId xmlns:a16="http://schemas.microsoft.com/office/drawing/2014/main" id="{E55D333C-E19C-476A-B214-C36847C8E5A1}"/>
              </a:ext>
            </a:extLst>
          </p:cNvPr>
          <p:cNvCxnSpPr/>
          <p:nvPr/>
        </p:nvCxnSpPr>
        <p:spPr>
          <a:xfrm xmlns:a="http://schemas.openxmlformats.org/drawingml/2006/main" flipH="1" flipV="0">
            <a:off x="8686800" y="5762625"/>
            <a:ext cx="1238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4" name="">
            <a:extLst xmlns:a="http://schemas.openxmlformats.org/drawingml/2006/main">
              <a:ext uri="{FF2B5EF4-FFF2-40B4-BE49-F238E27FC236}">
                <a16:creationId xmlns:a16="http://schemas.microsoft.com/office/drawing/2014/main" id="{0DDE3042-95C4-458C-850E-B3CAAA7AB129}"/>
              </a:ext>
            </a:extLst>
          </p:cNvPr>
          <p:cNvCxnSpPr/>
          <p:nvPr/>
        </p:nvCxnSpPr>
        <p:spPr>
          <a:xfrm xmlns:a="http://schemas.openxmlformats.org/drawingml/2006/main" flipH="0" flipV="0">
            <a:off x="8686800" y="5762625"/>
            <a:ext cx="0" cy="1000125"/>
          </a:xfrm>
          <a:prstGeom xmlns:a="http://schemas.openxmlformats.org/drawingml/2006/main" prst="straightConnector1">
            <a:avLst/>
          </a:prstGeom>
          <a:ln xmlns:a="http://schemas.openxmlformats.org/drawingml/2006/main" w="23813">
            <a:solidFill>
              <a:srgbClr val="8799A8"/>
            </a:solidFill>
            <a:prstDash val="dash"/>
          </a:ln>
        </p:spPr>
      </p:cxnSp>
      <p:cxnSp>
        <p:nvCxnSpPr>
          <p:cNvPr id="25" name="">
            <a:extLst xmlns:a="http://schemas.openxmlformats.org/drawingml/2006/main">
              <a:ext uri="{FF2B5EF4-FFF2-40B4-BE49-F238E27FC236}">
                <a16:creationId xmlns:a16="http://schemas.microsoft.com/office/drawing/2014/main" id="{C464A837-F2AA-48CE-A0D2-95E8B2A5B3F6}"/>
              </a:ext>
            </a:extLst>
          </p:cNvPr>
          <p:cNvCxnSpPr/>
          <p:nvPr/>
        </p:nvCxnSpPr>
        <p:spPr>
          <a:xfrm xmlns:a="http://schemas.openxmlformats.org/drawingml/2006/main" flipH="1" flipV="0">
            <a:off x="5095875" y="6762750"/>
            <a:ext cx="35909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6" name="">
            <a:extLst xmlns:a="http://schemas.openxmlformats.org/drawingml/2006/main">
              <a:ext uri="{FF2B5EF4-FFF2-40B4-BE49-F238E27FC236}">
                <a16:creationId xmlns:a16="http://schemas.microsoft.com/office/drawing/2014/main" id="{EF61A618-6E5D-4B2C-AE56-78CD75033897}"/>
              </a:ext>
            </a:extLst>
          </p:cNvPr>
          <p:cNvCxnSpPr/>
          <p:nvPr/>
        </p:nvCxnSpPr>
        <p:spPr>
          <a:xfrm xmlns:a="http://schemas.openxmlformats.org/drawingml/2006/main" flipH="0" flipV="1">
            <a:off x="5095875" y="6238875"/>
            <a:ext cx="0" cy="523875"/>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7" name="">
            <a:extLst xmlns:a="http://schemas.openxmlformats.org/drawingml/2006/main">
              <a:ext uri="{FF2B5EF4-FFF2-40B4-BE49-F238E27FC236}">
                <a16:creationId xmlns:a16="http://schemas.microsoft.com/office/drawing/2014/main" id="{241B49A0-0A94-4933-B7CB-930986F2AE08}"/>
              </a:ext>
            </a:extLst>
          </p:cNvPr>
          <p:cNvCxnSpPr/>
          <p:nvPr/>
        </p:nvCxnSpPr>
        <p:spPr>
          <a:xfrm xmlns:a="http://schemas.openxmlformats.org/drawingml/2006/main" flipH="0" flipV="0">
            <a:off x="7258050" y="4286250"/>
            <a:ext cx="0" cy="47625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CF058AC2-B4BF-44F9-8428-DC68DF677C0E}"/>
              </a:ext>
            </a:extLst>
          </p:cNvPr>
          <p:cNvCxnSpPr/>
          <p:nvPr/>
        </p:nvCxnSpPr>
        <p:spPr>
          <a:xfrm xmlns:a="http://schemas.openxmlformats.org/drawingml/2006/main" flipH="0" flipV="0">
            <a:off x="7258050" y="4762500"/>
            <a:ext cx="42481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3E076685-D60C-497E-BEAE-CBCCA7EAB106}"/>
              </a:ext>
            </a:extLst>
          </p:cNvPr>
          <p:cNvCxnSpPr/>
          <p:nvPr/>
        </p:nvCxnSpPr>
        <p:spPr>
          <a:xfrm xmlns:a="http://schemas.openxmlformats.org/drawingml/2006/main" flipH="0" flipV="1">
            <a:off x="11506200" y="4143375"/>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0" name="">
            <a:extLst xmlns:a="http://schemas.openxmlformats.org/drawingml/2006/main">
              <a:ext uri="{FF2B5EF4-FFF2-40B4-BE49-F238E27FC236}">
                <a16:creationId xmlns:a16="http://schemas.microsoft.com/office/drawing/2014/main" id="{9BBBAE9A-02F7-40F3-BFF6-22D1E9DCF3FD}"/>
              </a:ext>
            </a:extLst>
          </p:cNvPr>
          <p:cNvCxnSpPr/>
          <p:nvPr/>
        </p:nvCxnSpPr>
        <p:spPr>
          <a:xfrm xmlns:a="http://schemas.openxmlformats.org/drawingml/2006/main" flipH="0" flipV="0">
            <a:off x="11506200" y="414337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1" name="">
            <a:extLst xmlns:a="http://schemas.openxmlformats.org/drawingml/2006/main">
              <a:ext uri="{FF2B5EF4-FFF2-40B4-BE49-F238E27FC236}">
                <a16:creationId xmlns:a16="http://schemas.microsoft.com/office/drawing/2014/main" id="{3E6CE7FE-1127-4C30-8091-154F0FEB3778}"/>
              </a:ext>
            </a:extLst>
          </p:cNvPr>
          <p:cNvCxnSpPr/>
          <p:nvPr/>
        </p:nvCxnSpPr>
        <p:spPr>
          <a:xfrm xmlns:a="http://schemas.openxmlformats.org/drawingml/2006/main" flipH="1" flipV="0">
            <a:off x="11239500" y="4429125"/>
            <a:ext cx="5334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E04D703A-3D80-4C4F-ADF1-9FB177B8FAF0}"/>
              </a:ext>
            </a:extLst>
          </p:cNvPr>
          <p:cNvCxnSpPr/>
          <p:nvPr/>
        </p:nvCxnSpPr>
        <p:spPr>
          <a:xfrm xmlns:a="http://schemas.openxmlformats.org/drawingml/2006/main" flipH="0" flipV="1">
            <a:off x="11239500" y="3810000"/>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0B8C4503-6CC9-4511-A3AA-1768763106C3}"/>
              </a:ext>
            </a:extLst>
          </p:cNvPr>
          <p:cNvCxnSpPr/>
          <p:nvPr/>
        </p:nvCxnSpPr>
        <p:spPr>
          <a:xfrm xmlns:a="http://schemas.openxmlformats.org/drawingml/2006/main" flipH="1" flipV="0">
            <a:off x="11001375" y="3810000"/>
            <a:ext cx="23812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04F1E6A3-0CEC-4713-A2B2-2ED74A5A1531}"/>
              </a:ext>
            </a:extLst>
          </p:cNvPr>
          <p:cNvCxnSpPr/>
          <p:nvPr/>
        </p:nvCxnSpPr>
        <p:spPr>
          <a:xfrm xmlns:a="http://schemas.openxmlformats.org/drawingml/2006/main" flipH="1" flipV="0">
            <a:off x="11525250" y="4524375"/>
            <a:ext cx="2476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5" name="">
            <a:extLst xmlns:a="http://schemas.openxmlformats.org/drawingml/2006/main">
              <a:ext uri="{FF2B5EF4-FFF2-40B4-BE49-F238E27FC236}">
                <a16:creationId xmlns:a16="http://schemas.microsoft.com/office/drawing/2014/main" id="{B4BA641B-B4BF-4A12-9A43-5AA835E1533F}"/>
              </a:ext>
            </a:extLst>
          </p:cNvPr>
          <p:cNvCxnSpPr/>
          <p:nvPr/>
        </p:nvCxnSpPr>
        <p:spPr>
          <a:xfrm xmlns:a="http://schemas.openxmlformats.org/drawingml/2006/main" flipH="0" flipV="0">
            <a:off x="11525250" y="4524375"/>
            <a:ext cx="0" cy="1238250"/>
          </a:xfrm>
          <a:prstGeom xmlns:a="http://schemas.openxmlformats.org/drawingml/2006/main" prst="straightConnector1">
            <a:avLst/>
          </a:prstGeom>
          <a:ln xmlns:a="http://schemas.openxmlformats.org/drawingml/2006/main" w="23813">
            <a:solidFill>
              <a:srgbClr val="7859A7"/>
            </a:solidFill>
            <a:prstDash val="dash"/>
          </a:ln>
        </p:spPr>
      </p:cxnSp>
      <p:cxnSp>
        <p:nvCxnSpPr>
          <p:cNvPr id="36" name="">
            <a:extLst xmlns:a="http://schemas.openxmlformats.org/drawingml/2006/main">
              <a:ext uri="{FF2B5EF4-FFF2-40B4-BE49-F238E27FC236}">
                <a16:creationId xmlns:a16="http://schemas.microsoft.com/office/drawing/2014/main" id="{994996CA-AE5E-4B97-90D9-1FD636BF04CB}"/>
              </a:ext>
            </a:extLst>
          </p:cNvPr>
          <p:cNvCxnSpPr/>
          <p:nvPr/>
        </p:nvCxnSpPr>
        <p:spPr>
          <a:xfrm xmlns:a="http://schemas.openxmlformats.org/drawingml/2006/main" flipH="1" flipV="0">
            <a:off x="11001375" y="5762625"/>
            <a:ext cx="5238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7" name="">
            <a:extLst xmlns:a="http://schemas.openxmlformats.org/drawingml/2006/main">
              <a:ext uri="{FF2B5EF4-FFF2-40B4-BE49-F238E27FC236}">
                <a16:creationId xmlns:a16="http://schemas.microsoft.com/office/drawing/2014/main" id="{E4895CB1-DA5E-4F03-A819-A2E3B8EB7F9C}"/>
              </a:ext>
            </a:extLst>
          </p:cNvPr>
          <p:cNvCxnSpPr/>
          <p:nvPr/>
        </p:nvCxnSpPr>
        <p:spPr>
          <a:xfrm xmlns:a="http://schemas.openxmlformats.org/drawingml/2006/main" flipH="0" flipV="0">
            <a:off x="11001375" y="4143375"/>
            <a:ext cx="33337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38" name="">
            <a:extLst xmlns:a="http://schemas.openxmlformats.org/drawingml/2006/main">
              <a:ext uri="{FF2B5EF4-FFF2-40B4-BE49-F238E27FC236}">
                <a16:creationId xmlns:a16="http://schemas.microsoft.com/office/drawing/2014/main" id="{457E1175-6766-442A-AA5F-6A97F1BCFBD5}"/>
              </a:ext>
            </a:extLst>
          </p:cNvPr>
          <p:cNvCxnSpPr/>
          <p:nvPr/>
        </p:nvCxnSpPr>
        <p:spPr>
          <a:xfrm xmlns:a="http://schemas.openxmlformats.org/drawingml/2006/main" flipH="0" flipV="0">
            <a:off x="11334750" y="4143375"/>
            <a:ext cx="0" cy="1952625"/>
          </a:xfrm>
          <a:prstGeom xmlns:a="http://schemas.openxmlformats.org/drawingml/2006/main" prst="straightConnector1">
            <a:avLst/>
          </a:prstGeom>
          <a:ln xmlns:a="http://schemas.openxmlformats.org/drawingml/2006/main" w="23813">
            <a:solidFill>
              <a:srgbClr val="8799A8"/>
            </a:solidFill>
            <a:prstDash val="dash"/>
          </a:ln>
        </p:spPr>
      </p:cxnSp>
      <p:cxnSp>
        <p:nvCxnSpPr>
          <p:cNvPr id="39" name="">
            <a:extLst xmlns:a="http://schemas.openxmlformats.org/drawingml/2006/main">
              <a:ext uri="{FF2B5EF4-FFF2-40B4-BE49-F238E27FC236}">
                <a16:creationId xmlns:a16="http://schemas.microsoft.com/office/drawing/2014/main" id="{590174F5-67F2-498F-9C16-ABB224ABCBA3}"/>
              </a:ext>
            </a:extLst>
          </p:cNvPr>
          <p:cNvCxnSpPr/>
          <p:nvPr/>
        </p:nvCxnSpPr>
        <p:spPr>
          <a:xfrm xmlns:a="http://schemas.openxmlformats.org/drawingml/2006/main" flipH="0" flipV="0">
            <a:off x="11334750" y="6096000"/>
            <a:ext cx="43815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40" name="">
            <a:extLst xmlns:a="http://schemas.openxmlformats.org/drawingml/2006/main">
              <a:ext uri="{FF2B5EF4-FFF2-40B4-BE49-F238E27FC236}">
                <a16:creationId xmlns:a16="http://schemas.microsoft.com/office/drawing/2014/main" id="{DA2694AD-FBA9-46BC-A4BA-703A187DE81F}"/>
              </a:ext>
            </a:extLst>
          </p:cNvPr>
          <p:cNvCxnSpPr/>
          <p:nvPr/>
        </p:nvCxnSpPr>
        <p:spPr>
          <a:xfrm xmlns:a="http://schemas.openxmlformats.org/drawingml/2006/main" flipH="0" flipV="1">
            <a:off x="5095875" y="2809875"/>
            <a:ext cx="0" cy="523875"/>
          </a:xfrm>
          <a:prstGeom xmlns:a="http://schemas.openxmlformats.org/drawingml/2006/main" prst="straightConnector1">
            <a:avLst/>
          </a:prstGeom>
          <a:ln xmlns:a="http://schemas.openxmlformats.org/drawingml/2006/main" w="23813">
            <a:solidFill>
              <a:srgbClr val="7859A7"/>
            </a:solidFill>
            <a:prstDash val="dash"/>
          </a:ln>
        </p:spPr>
      </p:cxnSp>
      <p:cxnSp>
        <p:nvCxnSpPr>
          <p:cNvPr id="41" name="">
            <a:extLst xmlns:a="http://schemas.openxmlformats.org/drawingml/2006/main">
              <a:ext uri="{FF2B5EF4-FFF2-40B4-BE49-F238E27FC236}">
                <a16:creationId xmlns:a16="http://schemas.microsoft.com/office/drawing/2014/main" id="{EC3B483A-F159-4EE1-AC76-839137D94FBF}"/>
              </a:ext>
            </a:extLst>
          </p:cNvPr>
          <p:cNvCxnSpPr/>
          <p:nvPr/>
        </p:nvCxnSpPr>
        <p:spPr>
          <a:xfrm xmlns:a="http://schemas.openxmlformats.org/drawingml/2006/main" flipH="0" flipV="0">
            <a:off x="5095875" y="2809875"/>
            <a:ext cx="3286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2" name="">
            <a:extLst xmlns:a="http://schemas.openxmlformats.org/drawingml/2006/main">
              <a:ext uri="{FF2B5EF4-FFF2-40B4-BE49-F238E27FC236}">
                <a16:creationId xmlns:a16="http://schemas.microsoft.com/office/drawing/2014/main" id="{9B326476-BCC7-4845-A423-FC0AEB981B26}"/>
              </a:ext>
            </a:extLst>
          </p:cNvPr>
          <p:cNvCxnSpPr/>
          <p:nvPr/>
        </p:nvCxnSpPr>
        <p:spPr>
          <a:xfrm xmlns:a="http://schemas.openxmlformats.org/drawingml/2006/main" flipH="0" flipV="1">
            <a:off x="8382000" y="1952625"/>
            <a:ext cx="0" cy="85725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F0FEC97A-AFC2-483A-A28D-6097D5359535}"/>
              </a:ext>
            </a:extLst>
          </p:cNvPr>
          <p:cNvCxnSpPr/>
          <p:nvPr/>
        </p:nvCxnSpPr>
        <p:spPr>
          <a:xfrm xmlns:a="http://schemas.openxmlformats.org/drawingml/2006/main" flipH="0" flipV="0">
            <a:off x="8382000" y="1952625"/>
            <a:ext cx="31242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B8BF73BE-B4EF-475B-BF41-99F8A115E0BC}"/>
              </a:ext>
            </a:extLst>
          </p:cNvPr>
          <p:cNvCxnSpPr/>
          <p:nvPr/>
        </p:nvCxnSpPr>
        <p:spPr>
          <a:xfrm xmlns:a="http://schemas.openxmlformats.org/drawingml/2006/main" flipH="0" flipV="0">
            <a:off x="11506200" y="1952625"/>
            <a:ext cx="0" cy="571500"/>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3E4C20DB-699C-4450-BB53-3E95481821D3}"/>
              </a:ext>
            </a:extLst>
          </p:cNvPr>
          <p:cNvCxnSpPr/>
          <p:nvPr/>
        </p:nvCxnSpPr>
        <p:spPr>
          <a:xfrm xmlns:a="http://schemas.openxmlformats.org/drawingml/2006/main" flipH="0" flipV="0">
            <a:off x="11506200" y="252412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E96204B2-FA2B-496C-AA63-7DA0366CC1A4}"/>
              </a:ext>
            </a:extLst>
          </p:cNvPr>
          <p:cNvCxnSpPr/>
          <p:nvPr/>
        </p:nvCxnSpPr>
        <p:spPr>
          <a:xfrm xmlns:a="http://schemas.openxmlformats.org/drawingml/2006/main" flipH="0" flipV="1">
            <a:off x="9906000" y="2047875"/>
            <a:ext cx="0" cy="1285875"/>
          </a:xfrm>
          <a:prstGeom xmlns:a="http://schemas.openxmlformats.org/drawingml/2006/main" prst="straightConnector1">
            <a:avLst/>
          </a:prstGeom>
          <a:ln xmlns:a="http://schemas.openxmlformats.org/drawingml/2006/main" w="23813">
            <a:solidFill>
              <a:srgbClr val="438279"/>
            </a:solidFill>
            <a:prstDash val="solid"/>
          </a:ln>
        </p:spPr>
      </p:cxnSp>
      <p:cxnSp>
        <p:nvCxnSpPr>
          <p:cNvPr id="47" name="">
            <a:extLst xmlns:a="http://schemas.openxmlformats.org/drawingml/2006/main">
              <a:ext uri="{FF2B5EF4-FFF2-40B4-BE49-F238E27FC236}">
                <a16:creationId xmlns:a16="http://schemas.microsoft.com/office/drawing/2014/main" id="{4ECDE237-F52B-4AD5-A849-1F2832313755}"/>
              </a:ext>
            </a:extLst>
          </p:cNvPr>
          <p:cNvCxnSpPr/>
          <p:nvPr/>
        </p:nvCxnSpPr>
        <p:spPr>
          <a:xfrm xmlns:a="http://schemas.openxmlformats.org/drawingml/2006/main" flipH="1" flipV="0">
            <a:off x="3143250" y="2047875"/>
            <a:ext cx="6762750"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8" name="">
            <a:extLst xmlns:a="http://schemas.openxmlformats.org/drawingml/2006/main">
              <a:ext uri="{FF2B5EF4-FFF2-40B4-BE49-F238E27FC236}">
                <a16:creationId xmlns:a16="http://schemas.microsoft.com/office/drawing/2014/main" id="{13E26919-ABCA-467C-A8A2-E3D62369978C}"/>
              </a:ext>
            </a:extLst>
          </p:cNvPr>
          <p:cNvCxnSpPr/>
          <p:nvPr/>
        </p:nvCxnSpPr>
        <p:spPr>
          <a:xfrm xmlns:a="http://schemas.openxmlformats.org/drawingml/2006/main" flipH="0" flipV="0">
            <a:off x="3143250" y="2047875"/>
            <a:ext cx="0" cy="128587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sp>
        <p:nvSpPr>
          <p:cNvPr id="49" name="">
            <a:extLst xmlns:a="http://schemas.openxmlformats.org/drawingml/2006/main">
              <a:ext uri="{FF2B5EF4-FFF2-40B4-BE49-F238E27FC236}">
                <a16:creationId xmlns:a16="http://schemas.microsoft.com/office/drawing/2014/main" id="{C01BF301-8BDB-4D66-B76F-1774A1151482}"/>
              </a:ext>
            </a:extLst>
          </p:cNvPr>
          <p:cNvSpPr>
            <a:spLocks xmlns:a="http://schemas.openxmlformats.org/drawingml/2006/main" noGrp="1"/>
          </p:cNvSpPr>
          <p:nvPr/>
        </p:nvSpPr>
        <p:spPr>
          <a:xfrm xmlns:a="http://schemas.openxmlformats.org/drawingml/2006/main">
            <a:off x="476250" y="3333750"/>
            <a:ext cx="1333500" cy="8572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50" name="">
            <a:extLst xmlns:a="http://schemas.openxmlformats.org/drawingml/2006/main">
              <a:ext uri="{FF2B5EF4-FFF2-40B4-BE49-F238E27FC236}">
                <a16:creationId xmlns:a16="http://schemas.microsoft.com/office/drawing/2014/main" id="{C9010A77-0C2B-4FE0-B376-569646A8AF72}"/>
              </a:ext>
            </a:extLst>
          </p:cNvPr>
          <p:cNvSpPr>
            <a:spLocks xmlns:a="http://schemas.openxmlformats.org/drawingml/2006/main" noGrp="1"/>
          </p:cNvSpPr>
          <p:nvPr/>
        </p:nvSpPr>
        <p:spPr>
          <a:xfrm xmlns:a="http://schemas.openxmlformats.org/drawingml/2006/main">
            <a:off x="590550" y="343852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51" name="">
            <a:extLst xmlns:a="http://schemas.openxmlformats.org/drawingml/2006/main">
              <a:ext uri="{FF2B5EF4-FFF2-40B4-BE49-F238E27FC236}">
                <a16:creationId xmlns:a16="http://schemas.microsoft.com/office/drawing/2014/main" id="{1DE38B2D-ED89-444A-A86B-627112360153}"/>
              </a:ext>
            </a:extLst>
          </p:cNvPr>
          <p:cNvSpPr>
            <a:spLocks xmlns:a="http://schemas.openxmlformats.org/drawingml/2006/main" noGrp="1"/>
          </p:cNvSpPr>
          <p:nvPr/>
        </p:nvSpPr>
        <p:spPr>
          <a:xfrm xmlns:a="http://schemas.openxmlformats.org/drawingml/2006/main">
            <a:off x="590550" y="390525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52" name="">
            <a:extLst xmlns:a="http://schemas.openxmlformats.org/drawingml/2006/main">
              <a:ext uri="{FF2B5EF4-FFF2-40B4-BE49-F238E27FC236}">
                <a16:creationId xmlns:a16="http://schemas.microsoft.com/office/drawing/2014/main" id="{7190A526-92B6-451F-8629-BDFC0E97FC3E}"/>
              </a:ext>
            </a:extLst>
          </p:cNvPr>
          <p:cNvSpPr>
            <a:spLocks xmlns:a="http://schemas.openxmlformats.org/drawingml/2006/main" noGrp="1"/>
          </p:cNvSpPr>
          <p:nvPr/>
        </p:nvSpPr>
        <p:spPr>
          <a:xfrm xmlns:a="http://schemas.openxmlformats.org/drawingml/2006/main">
            <a:off x="2476500" y="3333750"/>
            <a:ext cx="13335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3" name="">
            <a:extLst xmlns:a="http://schemas.openxmlformats.org/drawingml/2006/main">
              <a:ext uri="{FF2B5EF4-FFF2-40B4-BE49-F238E27FC236}">
                <a16:creationId xmlns:a16="http://schemas.microsoft.com/office/drawing/2014/main" id="{61CCA5B5-DA64-453F-BA27-E5872092F19A}"/>
              </a:ext>
            </a:extLst>
          </p:cNvPr>
          <p:cNvPicPr>
            <a:picLocks xmlns:a="http://schemas.openxmlformats.org/drawingml/2006/main" noChangeAspect="1"/>
          </p:cNvPicPr>
          <p:nvPr/>
        </p:nvPicPr>
        <p:blipFill>
          <a:blip xmlns:r="http://schemas.openxmlformats.org/officeDocument/2006/relationships" xmlns:a="http://schemas.openxmlformats.org/drawingml/2006/main" r:embed="R582cb3a6f12c42d1"/>
          <a:stretch xmlns:a="http://schemas.openxmlformats.org/drawingml/2006/main"/>
        </p:blipFill>
        <p:spPr>
          <a:xfrm xmlns:a="http://schemas.openxmlformats.org/drawingml/2006/main">
            <a:off x="2971800" y="3409950"/>
            <a:ext cx="342900" cy="34290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C0569A5B-A5EE-46F2-A05B-15ADB0F1D10E}"/>
              </a:ext>
            </a:extLst>
          </p:cNvPr>
          <p:cNvSpPr>
            <a:spLocks xmlns:a="http://schemas.openxmlformats.org/drawingml/2006/main" noGrp="1"/>
          </p:cNvSpPr>
          <p:nvPr/>
        </p:nvSpPr>
        <p:spPr>
          <a:xfrm xmlns:a="http://schemas.openxmlformats.org/drawingml/2006/main">
            <a:off x="2562225" y="3762375"/>
            <a:ext cx="1162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CloudFront</a:t>
            </a:r>
          </a:p>
        </p:txBody>
      </p:sp>
      <p:sp>
        <p:nvSpPr>
          <p:cNvPr id="55" name="">
            <a:extLst xmlns:a="http://schemas.openxmlformats.org/drawingml/2006/main">
              <a:ext uri="{FF2B5EF4-FFF2-40B4-BE49-F238E27FC236}">
                <a16:creationId xmlns:a16="http://schemas.microsoft.com/office/drawing/2014/main" id="{F2DFA82A-14D9-4BBE-983E-7CA053ADA69D}"/>
              </a:ext>
            </a:extLst>
          </p:cNvPr>
          <p:cNvSpPr>
            <a:spLocks xmlns:a="http://schemas.openxmlformats.org/drawingml/2006/main" noGrp="1"/>
          </p:cNvSpPr>
          <p:nvPr/>
        </p:nvSpPr>
        <p:spPr>
          <a:xfrm xmlns:a="http://schemas.openxmlformats.org/drawingml/2006/main">
            <a:off x="2562225" y="405765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웹·결과 전달</a:t>
            </a:r>
          </a:p>
        </p:txBody>
      </p:sp>
      <p:sp>
        <p:nvSpPr>
          <p:cNvPr id="56" name="">
            <a:extLst xmlns:a="http://schemas.openxmlformats.org/drawingml/2006/main">
              <a:ext uri="{FF2B5EF4-FFF2-40B4-BE49-F238E27FC236}">
                <a16:creationId xmlns:a16="http://schemas.microsoft.com/office/drawing/2014/main" id="{4E39C111-D793-450F-A861-CF1BA80F0269}"/>
              </a:ext>
            </a:extLst>
          </p:cNvPr>
          <p:cNvSpPr>
            <a:spLocks xmlns:a="http://schemas.openxmlformats.org/drawingml/2006/main" noGrp="1"/>
          </p:cNvSpPr>
          <p:nvPr/>
        </p:nvSpPr>
        <p:spPr>
          <a:xfrm xmlns:a="http://schemas.openxmlformats.org/drawingml/2006/main">
            <a:off x="4191000" y="3333750"/>
            <a:ext cx="1809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7" name="">
            <a:extLst xmlns:a="http://schemas.openxmlformats.org/drawingml/2006/main">
              <a:ext uri="{FF2B5EF4-FFF2-40B4-BE49-F238E27FC236}">
                <a16:creationId xmlns:a16="http://schemas.microsoft.com/office/drawing/2014/main" id="{CFCE2D54-671C-4533-8293-38300A9D3BA6}"/>
              </a:ext>
            </a:extLst>
          </p:cNvPr>
          <p:cNvPicPr>
            <a:picLocks xmlns:a="http://schemas.openxmlformats.org/drawingml/2006/main" noChangeAspect="1"/>
          </p:cNvPicPr>
          <p:nvPr/>
        </p:nvPicPr>
        <p:blipFill>
          <a:blip xmlns:r="http://schemas.openxmlformats.org/officeDocument/2006/relationships" xmlns:a="http://schemas.openxmlformats.org/drawingml/2006/main" r:embed="Rb46aaefc6a3b4687"/>
          <a:stretch xmlns:a="http://schemas.openxmlformats.org/drawingml/2006/main"/>
        </p:blipFill>
        <p:spPr>
          <a:xfrm xmlns:a="http://schemas.openxmlformats.org/drawingml/2006/main">
            <a:off x="4276725" y="3448050"/>
            <a:ext cx="314325" cy="314325"/>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BCC17B36-C78A-4551-AEDF-6D1515E4C167}"/>
              </a:ext>
            </a:extLst>
          </p:cNvPr>
          <p:cNvSpPr>
            <a:spLocks xmlns:a="http://schemas.openxmlformats.org/drawingml/2006/main" noGrp="1"/>
          </p:cNvSpPr>
          <p:nvPr/>
        </p:nvSpPr>
        <p:spPr>
          <a:xfrm xmlns:a="http://schemas.openxmlformats.org/drawingml/2006/main">
            <a:off x="4667250" y="3438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서비스 API</a:t>
            </a:r>
          </a:p>
        </p:txBody>
      </p:sp>
      <p:sp>
        <p:nvSpPr>
          <p:cNvPr id="59" name="">
            <a:extLst xmlns:a="http://schemas.openxmlformats.org/drawingml/2006/main">
              <a:ext uri="{FF2B5EF4-FFF2-40B4-BE49-F238E27FC236}">
                <a16:creationId xmlns:a16="http://schemas.microsoft.com/office/drawing/2014/main" id="{5CAED445-AEA8-418A-AA1F-3083DC2FDD2C}"/>
              </a:ext>
            </a:extLst>
          </p:cNvPr>
          <p:cNvSpPr>
            <a:spLocks xmlns:a="http://schemas.openxmlformats.org/drawingml/2006/main" noGrp="1"/>
          </p:cNvSpPr>
          <p:nvPr/>
        </p:nvSpPr>
        <p:spPr>
          <a:xfrm xmlns:a="http://schemas.openxmlformats.org/drawingml/2006/main">
            <a:off x="4305300" y="4000500"/>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ALB · ECS / Fargate</a:t>
            </a:r>
          </a:p>
        </p:txBody>
      </p:sp>
      <p:sp>
        <p:nvSpPr>
          <p:cNvPr id="60" name="">
            <a:extLst xmlns:a="http://schemas.openxmlformats.org/drawingml/2006/main">
              <a:ext uri="{FF2B5EF4-FFF2-40B4-BE49-F238E27FC236}">
                <a16:creationId xmlns:a16="http://schemas.microsoft.com/office/drawing/2014/main" id="{47DC630C-729D-449A-87EB-39E14DCADEB2}"/>
              </a:ext>
            </a:extLst>
          </p:cNvPr>
          <p:cNvSpPr>
            <a:spLocks xmlns:a="http://schemas.openxmlformats.org/drawingml/2006/main" noGrp="1"/>
          </p:cNvSpPr>
          <p:nvPr/>
        </p:nvSpPr>
        <p:spPr>
          <a:xfrm xmlns:a="http://schemas.openxmlformats.org/drawingml/2006/main">
            <a:off x="6286500" y="33337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1" name="">
            <a:extLst xmlns:a="http://schemas.openxmlformats.org/drawingml/2006/main">
              <a:ext uri="{FF2B5EF4-FFF2-40B4-BE49-F238E27FC236}">
                <a16:creationId xmlns:a16="http://schemas.microsoft.com/office/drawing/2014/main" id="{F6077089-EEAB-45DA-AC31-0D96CBF1ED6A}"/>
              </a:ext>
            </a:extLst>
          </p:cNvPr>
          <p:cNvSpPr>
            <a:spLocks xmlns:a="http://schemas.openxmlformats.org/drawingml/2006/main" noGrp="1"/>
          </p:cNvSpPr>
          <p:nvPr/>
        </p:nvSpPr>
        <p:spPr>
          <a:xfrm xmlns:a="http://schemas.openxmlformats.org/drawingml/2006/main">
            <a:off x="6400800" y="3438525"/>
            <a:ext cx="1724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 조율</a:t>
            </a:r>
          </a:p>
        </p:txBody>
      </p:sp>
      <p:sp>
        <p:nvSpPr>
          <p:cNvPr id="62" name="">
            <a:extLst xmlns:a="http://schemas.openxmlformats.org/drawingml/2006/main">
              <a:ext uri="{FF2B5EF4-FFF2-40B4-BE49-F238E27FC236}">
                <a16:creationId xmlns:a16="http://schemas.microsoft.com/office/drawing/2014/main" id="{5268D4D0-62C1-48D6-A4F1-A1095D415A6F}"/>
              </a:ext>
            </a:extLst>
          </p:cNvPr>
          <p:cNvSpPr>
            <a:spLocks xmlns:a="http://schemas.openxmlformats.org/drawingml/2006/main" noGrp="1"/>
          </p:cNvSpPr>
          <p:nvPr/>
        </p:nvSpPr>
        <p:spPr>
          <a:xfrm xmlns:a="http://schemas.openxmlformats.org/drawingml/2006/main">
            <a:off x="6400800" y="4000500"/>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 · 예산</a:t>
            </a:r>
          </a:p>
        </p:txBody>
      </p:sp>
      <p:sp>
        <p:nvSpPr>
          <p:cNvPr id="63" name="">
            <a:extLst xmlns:a="http://schemas.openxmlformats.org/drawingml/2006/main">
              <a:ext uri="{FF2B5EF4-FFF2-40B4-BE49-F238E27FC236}">
                <a16:creationId xmlns:a16="http://schemas.microsoft.com/office/drawing/2014/main" id="{52B7D33E-54D1-4ADC-88DD-2E9AEE57748A}"/>
              </a:ext>
            </a:extLst>
          </p:cNvPr>
          <p:cNvSpPr>
            <a:spLocks xmlns:a="http://schemas.openxmlformats.org/drawingml/2006/main" noGrp="1"/>
          </p:cNvSpPr>
          <p:nvPr/>
        </p:nvSpPr>
        <p:spPr>
          <a:xfrm xmlns:a="http://schemas.openxmlformats.org/drawingml/2006/main">
            <a:off x="4191000" y="5238750"/>
            <a:ext cx="1809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4" name="">
            <a:extLst xmlns:a="http://schemas.openxmlformats.org/drawingml/2006/main">
              <a:ext uri="{FF2B5EF4-FFF2-40B4-BE49-F238E27FC236}">
                <a16:creationId xmlns:a16="http://schemas.microsoft.com/office/drawing/2014/main" id="{DE451D9B-89B5-4EE0-BCB4-0B625B90B1B1}"/>
              </a:ext>
            </a:extLst>
          </p:cNvPr>
          <p:cNvPicPr>
            <a:picLocks xmlns:a="http://schemas.openxmlformats.org/drawingml/2006/main" noChangeAspect="1"/>
          </p:cNvPicPr>
          <p:nvPr/>
        </p:nvPicPr>
        <p:blipFill>
          <a:blip xmlns:r="http://schemas.openxmlformats.org/officeDocument/2006/relationships" xmlns:a="http://schemas.openxmlformats.org/drawingml/2006/main" r:embed="R86512019e3ae4206"/>
          <a:stretch xmlns:a="http://schemas.openxmlformats.org/drawingml/2006/main"/>
        </p:blipFill>
        <p:spPr>
          <a:xfrm xmlns:a="http://schemas.openxmlformats.org/drawingml/2006/main">
            <a:off x="4276725" y="5353050"/>
            <a:ext cx="314325" cy="314325"/>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68B69E5F-1CF6-4A2D-9920-9954450DF423}"/>
              </a:ext>
            </a:extLst>
          </p:cNvPr>
          <p:cNvSpPr>
            <a:spLocks xmlns:a="http://schemas.openxmlformats.org/drawingml/2006/main" noGrp="1"/>
          </p:cNvSpPr>
          <p:nvPr/>
        </p:nvSpPr>
        <p:spPr>
          <a:xfrm xmlns:a="http://schemas.openxmlformats.org/drawingml/2006/main">
            <a:off x="4667250" y="5343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PostgreSQL</a:t>
            </a:r>
          </a:p>
        </p:txBody>
      </p:sp>
      <p:sp>
        <p:nvSpPr>
          <p:cNvPr id="66" name="">
            <a:extLst xmlns:a="http://schemas.openxmlformats.org/drawingml/2006/main">
              <a:ext uri="{FF2B5EF4-FFF2-40B4-BE49-F238E27FC236}">
                <a16:creationId xmlns:a16="http://schemas.microsoft.com/office/drawing/2014/main" id="{AE5D2157-F276-4E2C-92EC-AC3CE5A5A1D2}"/>
              </a:ext>
            </a:extLst>
          </p:cNvPr>
          <p:cNvSpPr>
            <a:spLocks xmlns:a="http://schemas.openxmlformats.org/drawingml/2006/main" noGrp="1"/>
          </p:cNvSpPr>
          <p:nvPr/>
        </p:nvSpPr>
        <p:spPr>
          <a:xfrm xmlns:a="http://schemas.openxmlformats.org/drawingml/2006/main">
            <a:off x="4305300" y="5953125"/>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RDS · 작업 상태</a:t>
            </a:r>
          </a:p>
        </p:txBody>
      </p:sp>
      <p:sp>
        <p:nvSpPr>
          <p:cNvPr id="67" name="">
            <a:extLst xmlns:a="http://schemas.openxmlformats.org/drawingml/2006/main">
              <a:ext uri="{FF2B5EF4-FFF2-40B4-BE49-F238E27FC236}">
                <a16:creationId xmlns:a16="http://schemas.microsoft.com/office/drawing/2014/main" id="{C3035F02-ED23-4C81-B1EE-89BB9697E246}"/>
              </a:ext>
            </a:extLst>
          </p:cNvPr>
          <p:cNvSpPr>
            <a:spLocks xmlns:a="http://schemas.openxmlformats.org/drawingml/2006/main" noGrp="1"/>
          </p:cNvSpPr>
          <p:nvPr/>
        </p:nvSpPr>
        <p:spPr>
          <a:xfrm xmlns:a="http://schemas.openxmlformats.org/drawingml/2006/main">
            <a:off x="6286500" y="5238750"/>
            <a:ext cx="1952625"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8" name="">
            <a:extLst xmlns:a="http://schemas.openxmlformats.org/drawingml/2006/main">
              <a:ext uri="{FF2B5EF4-FFF2-40B4-BE49-F238E27FC236}">
                <a16:creationId xmlns:a16="http://schemas.microsoft.com/office/drawing/2014/main" id="{A7865408-BAFB-4B25-89A5-57BB14BCC9B7}"/>
              </a:ext>
            </a:extLst>
          </p:cNvPr>
          <p:cNvPicPr>
            <a:picLocks xmlns:a="http://schemas.openxmlformats.org/drawingml/2006/main" noChangeAspect="1"/>
          </p:cNvPicPr>
          <p:nvPr/>
        </p:nvPicPr>
        <p:blipFill>
          <a:blip xmlns:r="http://schemas.openxmlformats.org/officeDocument/2006/relationships" xmlns:a="http://schemas.openxmlformats.org/drawingml/2006/main" r:embed="Rb2c00afe8f814317"/>
          <a:stretch xmlns:a="http://schemas.openxmlformats.org/drawingml/2006/main"/>
        </p:blipFill>
        <p:spPr>
          <a:xfrm xmlns:a="http://schemas.openxmlformats.org/drawingml/2006/main">
            <a:off x="6372225" y="5353050"/>
            <a:ext cx="314325" cy="314325"/>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8AD7AF99-9567-4420-8F9E-179835CE6FF9}"/>
              </a:ext>
            </a:extLst>
          </p:cNvPr>
          <p:cNvSpPr>
            <a:spLocks xmlns:a="http://schemas.openxmlformats.org/drawingml/2006/main" noGrp="1"/>
          </p:cNvSpPr>
          <p:nvPr/>
        </p:nvSpPr>
        <p:spPr>
          <a:xfrm xmlns:a="http://schemas.openxmlformats.org/drawingml/2006/main">
            <a:off x="6762750" y="53435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합성 워커</a:t>
            </a:r>
          </a:p>
        </p:txBody>
      </p:sp>
      <p:sp>
        <p:nvSpPr>
          <p:cNvPr id="70" name="">
            <a:extLst xmlns:a="http://schemas.openxmlformats.org/drawingml/2006/main">
              <a:ext uri="{FF2B5EF4-FFF2-40B4-BE49-F238E27FC236}">
                <a16:creationId xmlns:a16="http://schemas.microsoft.com/office/drawing/2014/main" id="{5C74AD9E-08C5-4461-9594-1E7410F74F43}"/>
              </a:ext>
            </a:extLst>
          </p:cNvPr>
          <p:cNvSpPr>
            <a:spLocks xmlns:a="http://schemas.openxmlformats.org/drawingml/2006/main" noGrp="1"/>
          </p:cNvSpPr>
          <p:nvPr/>
        </p:nvSpPr>
        <p:spPr>
          <a:xfrm xmlns:a="http://schemas.openxmlformats.org/drawingml/2006/main">
            <a:off x="6400800" y="5953125"/>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ECS · FFmpeg</a:t>
            </a:r>
          </a:p>
        </p:txBody>
      </p:sp>
      <p:sp>
        <p:nvSpPr>
          <p:cNvPr id="71" name="">
            <a:extLst xmlns:a="http://schemas.openxmlformats.org/drawingml/2006/main">
              <a:ext uri="{FF2B5EF4-FFF2-40B4-BE49-F238E27FC236}">
                <a16:creationId xmlns:a16="http://schemas.microsoft.com/office/drawing/2014/main" id="{900BC309-F240-4BF0-A381-D0381827F602}"/>
              </a:ext>
            </a:extLst>
          </p:cNvPr>
          <p:cNvSpPr>
            <a:spLocks xmlns:a="http://schemas.openxmlformats.org/drawingml/2006/main" noGrp="1"/>
          </p:cNvSpPr>
          <p:nvPr/>
        </p:nvSpPr>
        <p:spPr>
          <a:xfrm xmlns:a="http://schemas.openxmlformats.org/drawingml/2006/main">
            <a:off x="8810625" y="3333750"/>
            <a:ext cx="2190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2" name="">
            <a:extLst xmlns:a="http://schemas.openxmlformats.org/drawingml/2006/main">
              <a:ext uri="{FF2B5EF4-FFF2-40B4-BE49-F238E27FC236}">
                <a16:creationId xmlns:a16="http://schemas.microsoft.com/office/drawing/2014/main" id="{9132D850-ED97-4699-B4D8-2C362224A65C}"/>
              </a:ext>
            </a:extLst>
          </p:cNvPr>
          <p:cNvPicPr>
            <a:picLocks xmlns:a="http://schemas.openxmlformats.org/drawingml/2006/main" noChangeAspect="1"/>
          </p:cNvPicPr>
          <p:nvPr/>
        </p:nvPicPr>
        <p:blipFill>
          <a:blip xmlns:r="http://schemas.openxmlformats.org/officeDocument/2006/relationships" xmlns:a="http://schemas.openxmlformats.org/drawingml/2006/main" r:embed="R80bf7ff654714dfc"/>
          <a:stretch xmlns:a="http://schemas.openxmlformats.org/drawingml/2006/main"/>
        </p:blipFill>
        <p:spPr>
          <a:xfrm xmlns:a="http://schemas.openxmlformats.org/drawingml/2006/main">
            <a:off x="8896350" y="3448050"/>
            <a:ext cx="314325" cy="314325"/>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048D4B07-6CFE-4BAC-89C1-673B28DA6D3F}"/>
              </a:ext>
            </a:extLst>
          </p:cNvPr>
          <p:cNvSpPr>
            <a:spLocks xmlns:a="http://schemas.openxmlformats.org/drawingml/2006/main" noGrp="1"/>
          </p:cNvSpPr>
          <p:nvPr/>
        </p:nvSpPr>
        <p:spPr>
          <a:xfrm xmlns:a="http://schemas.openxmlformats.org/drawingml/2006/main">
            <a:off x="9286875" y="34385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Amazon S3</a:t>
            </a:r>
          </a:p>
        </p:txBody>
      </p:sp>
      <p:sp>
        <p:nvSpPr>
          <p:cNvPr id="74" name="">
            <a:extLst xmlns:a="http://schemas.openxmlformats.org/drawingml/2006/main">
              <a:ext uri="{FF2B5EF4-FFF2-40B4-BE49-F238E27FC236}">
                <a16:creationId xmlns:a16="http://schemas.microsoft.com/office/drawing/2014/main" id="{D0AA1B9B-D01E-4BEB-8176-7A8016B4B3C9}"/>
              </a:ext>
            </a:extLst>
          </p:cNvPr>
          <p:cNvSpPr>
            <a:spLocks xmlns:a="http://schemas.openxmlformats.org/drawingml/2006/main" noGrp="1"/>
          </p:cNvSpPr>
          <p:nvPr/>
        </p:nvSpPr>
        <p:spPr>
          <a:xfrm xmlns:a="http://schemas.openxmlformats.org/drawingml/2006/main">
            <a:off x="8924925" y="4000500"/>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장면 · 최종 영상</a:t>
            </a:r>
          </a:p>
        </p:txBody>
      </p:sp>
      <p:sp>
        <p:nvSpPr>
          <p:cNvPr id="75" name="">
            <a:extLst xmlns:a="http://schemas.openxmlformats.org/drawingml/2006/main">
              <a:ext uri="{FF2B5EF4-FFF2-40B4-BE49-F238E27FC236}">
                <a16:creationId xmlns:a16="http://schemas.microsoft.com/office/drawing/2014/main" id="{E36D9368-074C-4BCD-84B4-1EA6BE1C4D31}"/>
              </a:ext>
            </a:extLst>
          </p:cNvPr>
          <p:cNvSpPr>
            <a:spLocks xmlns:a="http://schemas.openxmlformats.org/drawingml/2006/main" noGrp="1"/>
          </p:cNvSpPr>
          <p:nvPr/>
        </p:nvSpPr>
        <p:spPr>
          <a:xfrm xmlns:a="http://schemas.openxmlformats.org/drawingml/2006/main">
            <a:off x="8810625" y="5238750"/>
            <a:ext cx="2190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6" name="">
            <a:extLst xmlns:a="http://schemas.openxmlformats.org/drawingml/2006/main">
              <a:ext uri="{FF2B5EF4-FFF2-40B4-BE49-F238E27FC236}">
                <a16:creationId xmlns:a16="http://schemas.microsoft.com/office/drawing/2014/main" id="{E646D0E7-D5F4-4152-B198-D847FFF518DC}"/>
              </a:ext>
            </a:extLst>
          </p:cNvPr>
          <p:cNvSpPr>
            <a:spLocks xmlns:a="http://schemas.openxmlformats.org/drawingml/2006/main" noGrp="1"/>
          </p:cNvSpPr>
          <p:nvPr/>
        </p:nvSpPr>
        <p:spPr>
          <a:xfrm xmlns:a="http://schemas.openxmlformats.org/drawingml/2006/main">
            <a:off x="8924925" y="53435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알림 · 검증</a:t>
            </a:r>
          </a:p>
        </p:txBody>
      </p:sp>
      <p:sp>
        <p:nvSpPr>
          <p:cNvPr id="77" name="">
            <a:extLst xmlns:a="http://schemas.openxmlformats.org/drawingml/2006/main">
              <a:ext uri="{FF2B5EF4-FFF2-40B4-BE49-F238E27FC236}">
                <a16:creationId xmlns:a16="http://schemas.microsoft.com/office/drawing/2014/main" id="{26BF7F05-B59E-460D-A914-EAA8DFA181AB}"/>
              </a:ext>
            </a:extLst>
          </p:cNvPr>
          <p:cNvSpPr>
            <a:spLocks xmlns:a="http://schemas.openxmlformats.org/drawingml/2006/main" noGrp="1"/>
          </p:cNvSpPr>
          <p:nvPr/>
        </p:nvSpPr>
        <p:spPr>
          <a:xfrm xmlns:a="http://schemas.openxmlformats.org/drawingml/2006/main">
            <a:off x="8924925" y="5953125"/>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Event → SQS/Lambda</a:t>
            </a:r>
          </a:p>
        </p:txBody>
      </p:sp>
      <p:sp>
        <p:nvSpPr>
          <p:cNvPr id="78" name="">
            <a:extLst xmlns:a="http://schemas.openxmlformats.org/drawingml/2006/main">
              <a:ext uri="{FF2B5EF4-FFF2-40B4-BE49-F238E27FC236}">
                <a16:creationId xmlns:a16="http://schemas.microsoft.com/office/drawing/2014/main" id="{1CCEA93B-6CB4-46F6-A74E-4286B353B552}"/>
              </a:ext>
            </a:extLst>
          </p:cNvPr>
          <p:cNvSpPr>
            <a:spLocks xmlns:a="http://schemas.openxmlformats.org/drawingml/2006/main" noGrp="1"/>
          </p:cNvSpPr>
          <p:nvPr/>
        </p:nvSpPr>
        <p:spPr>
          <a:xfrm xmlns:a="http://schemas.openxmlformats.org/drawingml/2006/main">
            <a:off x="11772900" y="2047875"/>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9" name="">
            <a:extLst xmlns:a="http://schemas.openxmlformats.org/drawingml/2006/main">
              <a:ext uri="{FF2B5EF4-FFF2-40B4-BE49-F238E27FC236}">
                <a16:creationId xmlns:a16="http://schemas.microsoft.com/office/drawing/2014/main" id="{FE13659F-CE30-45A8-A54C-2A980197ABE0}"/>
              </a:ext>
            </a:extLst>
          </p:cNvPr>
          <p:cNvSpPr>
            <a:spLocks xmlns:a="http://schemas.openxmlformats.org/drawingml/2006/main" noGrp="1"/>
          </p:cNvSpPr>
          <p:nvPr/>
        </p:nvSpPr>
        <p:spPr>
          <a:xfrm xmlns:a="http://schemas.openxmlformats.org/drawingml/2006/main">
            <a:off x="11887200" y="2152650"/>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대화 모델</a:t>
            </a:r>
          </a:p>
        </p:txBody>
      </p:sp>
      <p:sp>
        <p:nvSpPr>
          <p:cNvPr id="80" name="">
            <a:extLst xmlns:a="http://schemas.openxmlformats.org/drawingml/2006/main">
              <a:ext uri="{FF2B5EF4-FFF2-40B4-BE49-F238E27FC236}">
                <a16:creationId xmlns:a16="http://schemas.microsoft.com/office/drawing/2014/main" id="{7C8A101D-7850-44F9-9663-44F2E5869F39}"/>
              </a:ext>
            </a:extLst>
          </p:cNvPr>
          <p:cNvSpPr>
            <a:spLocks xmlns:a="http://schemas.openxmlformats.org/drawingml/2006/main" noGrp="1"/>
          </p:cNvSpPr>
          <p:nvPr/>
        </p:nvSpPr>
        <p:spPr>
          <a:xfrm xmlns:a="http://schemas.openxmlformats.org/drawingml/2006/main">
            <a:off x="11887200" y="2714625"/>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기획 · 도구 요청</a:t>
            </a:r>
          </a:p>
        </p:txBody>
      </p:sp>
      <p:sp>
        <p:nvSpPr>
          <p:cNvPr id="81" name="">
            <a:extLst xmlns:a="http://schemas.openxmlformats.org/drawingml/2006/main">
              <a:ext uri="{FF2B5EF4-FFF2-40B4-BE49-F238E27FC236}">
                <a16:creationId xmlns:a16="http://schemas.microsoft.com/office/drawing/2014/main" id="{4E8EB761-9A49-4FFA-A3DC-B068B4838D93}"/>
              </a:ext>
            </a:extLst>
          </p:cNvPr>
          <p:cNvSpPr>
            <a:spLocks xmlns:a="http://schemas.openxmlformats.org/drawingml/2006/main" noGrp="1"/>
          </p:cNvSpPr>
          <p:nvPr/>
        </p:nvSpPr>
        <p:spPr>
          <a:xfrm xmlns:a="http://schemas.openxmlformats.org/drawingml/2006/main">
            <a:off x="11772900" y="3619500"/>
            <a:ext cx="2971800"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F98070A4-5FF0-4DAA-9E4E-80F36A45F0A9}"/>
              </a:ext>
            </a:extLst>
          </p:cNvPr>
          <p:cNvSpPr>
            <a:spLocks xmlns:a="http://schemas.openxmlformats.org/drawingml/2006/main" noGrp="1"/>
          </p:cNvSpPr>
          <p:nvPr/>
        </p:nvSpPr>
        <p:spPr>
          <a:xfrm xmlns:a="http://schemas.openxmlformats.org/drawingml/2006/main">
            <a:off x="11887200" y="3724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Runpod GPU</a:t>
            </a:r>
          </a:p>
        </p:txBody>
      </p:sp>
      <p:sp>
        <p:nvSpPr>
          <p:cNvPr id="83" name="">
            <a:extLst xmlns:a="http://schemas.openxmlformats.org/drawingml/2006/main">
              <a:ext uri="{FF2B5EF4-FFF2-40B4-BE49-F238E27FC236}">
                <a16:creationId xmlns:a16="http://schemas.microsoft.com/office/drawing/2014/main" id="{3DCDF40C-7DEF-4D81-88A2-D5AD6D9DA129}"/>
              </a:ext>
            </a:extLst>
          </p:cNvPr>
          <p:cNvSpPr>
            <a:spLocks xmlns:a="http://schemas.openxmlformats.org/drawingml/2006/main" noGrp="1"/>
          </p:cNvSpPr>
          <p:nvPr/>
        </p:nvSpPr>
        <p:spPr>
          <a:xfrm xmlns:a="http://schemas.openxmlformats.org/drawingml/2006/main">
            <a:off x="11887200" y="4381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내장 큐 · Wan 2.1 추론</a:t>
            </a:r>
          </a:p>
        </p:txBody>
      </p:sp>
      <p:sp>
        <p:nvSpPr>
          <p:cNvPr id="84" name="">
            <a:extLst xmlns:a="http://schemas.openxmlformats.org/drawingml/2006/main">
              <a:ext uri="{FF2B5EF4-FFF2-40B4-BE49-F238E27FC236}">
                <a16:creationId xmlns:a16="http://schemas.microsoft.com/office/drawing/2014/main" id="{560A856A-1A95-4D64-8C21-C97599EF016B}"/>
              </a:ext>
            </a:extLst>
          </p:cNvPr>
          <p:cNvSpPr>
            <a:spLocks xmlns:a="http://schemas.openxmlformats.org/drawingml/2006/main" noGrp="1"/>
          </p:cNvSpPr>
          <p:nvPr/>
        </p:nvSpPr>
        <p:spPr>
          <a:xfrm xmlns:a="http://schemas.openxmlformats.org/drawingml/2006/main">
            <a:off x="11772900" y="5619750"/>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85" name="">
            <a:extLst xmlns:a="http://schemas.openxmlformats.org/drawingml/2006/main">
              <a:ext uri="{FF2B5EF4-FFF2-40B4-BE49-F238E27FC236}">
                <a16:creationId xmlns:a16="http://schemas.microsoft.com/office/drawing/2014/main" id="{88672F18-6FAD-47D1-BB6A-AFF39B49BBAC}"/>
              </a:ext>
            </a:extLst>
          </p:cNvPr>
          <p:cNvPicPr>
            <a:picLocks xmlns:a="http://schemas.openxmlformats.org/drawingml/2006/main" noChangeAspect="1"/>
          </p:cNvPicPr>
          <p:nvPr/>
        </p:nvPicPr>
        <p:blipFill>
          <a:blip xmlns:r="http://schemas.openxmlformats.org/officeDocument/2006/relationships" xmlns:a="http://schemas.openxmlformats.org/drawingml/2006/main" r:embed="R38b08a8e6f564fab">
            <a:extLst>
              <a:ext uri="{96DAC541-7B7A-43D3-8B79-37D633B846F1}">
                <asvg:svgBlip xmlns:asvg="http://schemas.microsoft.com/office/drawing/2016/SVG/main" r:embed="Rf90f4fb3941d4190"/>
              </a:ext>
            </a:extLst>
          </a:blip>
          <a:stretch xmlns:a="http://schemas.openxmlformats.org/drawingml/2006/main"/>
        </p:blipFill>
        <p:spPr>
          <a:xfrm xmlns:a="http://schemas.openxmlformats.org/drawingml/2006/main">
            <a:off x="11858625" y="5734050"/>
            <a:ext cx="314325" cy="314325"/>
          </a:xfrm>
          <a:prstGeom xmlns:a="http://schemas.openxmlformats.org/drawingml/2006/main" prst="rect">
            <a:avLst/>
          </a:prstGeom>
        </p:spPr>
      </p:pic>
      <p:sp>
        <p:nvSpPr>
          <p:cNvPr id="86" name="">
            <a:extLst xmlns:a="http://schemas.openxmlformats.org/drawingml/2006/main">
              <a:ext uri="{FF2B5EF4-FFF2-40B4-BE49-F238E27FC236}">
                <a16:creationId xmlns:a16="http://schemas.microsoft.com/office/drawing/2014/main" id="{5529B4F3-284A-4C1D-919B-62271BE4EA3E}"/>
              </a:ext>
            </a:extLst>
          </p:cNvPr>
          <p:cNvSpPr>
            <a:spLocks xmlns:a="http://schemas.openxmlformats.org/drawingml/2006/main" noGrp="1"/>
          </p:cNvSpPr>
          <p:nvPr/>
        </p:nvSpPr>
        <p:spPr>
          <a:xfrm xmlns:a="http://schemas.openxmlformats.org/drawingml/2006/main">
            <a:off x="12249150" y="5724525"/>
            <a:ext cx="2400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Databricks</a:t>
            </a:r>
          </a:p>
        </p:txBody>
      </p:sp>
      <p:sp>
        <p:nvSpPr>
          <p:cNvPr id="87" name="">
            <a:extLst xmlns:a="http://schemas.openxmlformats.org/drawingml/2006/main">
              <a:ext uri="{FF2B5EF4-FFF2-40B4-BE49-F238E27FC236}">
                <a16:creationId xmlns:a16="http://schemas.microsoft.com/office/drawing/2014/main" id="{96D3FAEB-CD57-4338-B110-382B261D8446}"/>
              </a:ext>
            </a:extLst>
          </p:cNvPr>
          <p:cNvSpPr>
            <a:spLocks xmlns:a="http://schemas.openxmlformats.org/drawingml/2006/main" noGrp="1"/>
          </p:cNvSpPr>
          <p:nvPr/>
        </p:nvSpPr>
        <p:spPr>
          <a:xfrm xmlns:a="http://schemas.openxmlformats.org/drawingml/2006/main">
            <a:off x="11887200" y="6286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 · 후속 분석</a:t>
            </a:r>
          </a:p>
        </p:txBody>
      </p:sp>
      <p:sp>
        <p:nvSpPr>
          <p:cNvPr id="88" name="">
            <a:extLst xmlns:a="http://schemas.openxmlformats.org/drawingml/2006/main">
              <a:ext uri="{FF2B5EF4-FFF2-40B4-BE49-F238E27FC236}">
                <a16:creationId xmlns:a16="http://schemas.microsoft.com/office/drawing/2014/main" id="{FB30724D-40AD-4B93-AF59-1918690AB29E}"/>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45F5C7D6-A098-4C64-AACD-CADBC609F55B}"/>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객체 생성</a:t>
            </a:r>
          </a:p>
        </p:txBody>
      </p:sp>
      <p:sp>
        <p:nvSpPr>
          <p:cNvPr id="90" name="">
            <a:extLst xmlns:a="http://schemas.openxmlformats.org/drawingml/2006/main">
              <a:ext uri="{FF2B5EF4-FFF2-40B4-BE49-F238E27FC236}">
                <a16:creationId xmlns:a16="http://schemas.microsoft.com/office/drawing/2014/main" id="{7446A219-5ABE-4D88-BFA3-BC1A006D778B}"/>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63E2E232-3278-41D1-AB13-6E48304A6431}"/>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GPU 작업 제출</a:t>
            </a:r>
          </a:p>
        </p:txBody>
      </p:sp>
      <p:sp>
        <p:nvSpPr>
          <p:cNvPr id="92" name="">
            <a:extLst xmlns:a="http://schemas.openxmlformats.org/drawingml/2006/main">
              <a:ext uri="{FF2B5EF4-FFF2-40B4-BE49-F238E27FC236}">
                <a16:creationId xmlns:a16="http://schemas.microsoft.com/office/drawing/2014/main" id="{483F24D6-ED7E-4E8C-A796-2239B8606077}"/>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B3236208-306C-4D68-A053-4A4E60978F46}"/>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94" name="">
            <a:extLst xmlns:a="http://schemas.openxmlformats.org/drawingml/2006/main">
              <a:ext uri="{FF2B5EF4-FFF2-40B4-BE49-F238E27FC236}">
                <a16:creationId xmlns:a16="http://schemas.microsoft.com/office/drawing/2014/main" id="{77CD5B71-E1AC-4FBD-A2DA-BB2A771B198F}"/>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BA9DE38C-66DB-47ED-A375-2399624FA932}"/>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요청</a:t>
            </a:r>
          </a:p>
        </p:txBody>
      </p:sp>
      <p:sp>
        <p:nvSpPr>
          <p:cNvPr id="96" name="">
            <a:extLst xmlns:a="http://schemas.openxmlformats.org/drawingml/2006/main">
              <a:ext uri="{FF2B5EF4-FFF2-40B4-BE49-F238E27FC236}">
                <a16:creationId xmlns:a16="http://schemas.microsoft.com/office/drawing/2014/main" id="{EE1AAA9B-C295-458B-8CF0-90C566FEB819}"/>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F9DE9D36-27FE-46E2-86EC-791960AF3C06}"/>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원본 · CDN 전달</a:t>
            </a:r>
          </a:p>
        </p:txBody>
      </p:sp>
      <p:sp>
        <p:nvSpPr>
          <p:cNvPr id="98" name="">
            <a:extLst xmlns:a="http://schemas.openxmlformats.org/drawingml/2006/main">
              <a:ext uri="{FF2B5EF4-FFF2-40B4-BE49-F238E27FC236}">
                <a16:creationId xmlns:a16="http://schemas.microsoft.com/office/drawing/2014/main" id="{52F76A58-3656-4381-B7D5-9BDCACF59409}"/>
              </a:ext>
            </a:extLst>
          </p:cNvPr>
          <p:cNvSpPr>
            <a:spLocks xmlns:a="http://schemas.openxmlformats.org/drawingml/2006/main" noGrp="1"/>
          </p:cNvSpPr>
          <p:nvPr/>
        </p:nvSpPr>
        <p:spPr>
          <a:xfrm xmlns:a="http://schemas.openxmlformats.org/drawingml/2006/main">
            <a:off x="6334125" y="4914900"/>
            <a:ext cx="2047875" cy="2762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36EEDAD1-AC86-450A-9636-1EC0A4724F07}"/>
              </a:ext>
            </a:extLst>
          </p:cNvPr>
          <p:cNvSpPr>
            <a:spLocks xmlns:a="http://schemas.openxmlformats.org/drawingml/2006/main" noGrp="1"/>
          </p:cNvSpPr>
          <p:nvPr/>
        </p:nvSpPr>
        <p:spPr>
          <a:xfrm xmlns:a="http://schemas.openxmlformats.org/drawingml/2006/main">
            <a:off x="6372225" y="49149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검증·승인 후 합성</a:t>
            </a:r>
          </a:p>
        </p:txBody>
      </p:sp>
      <p:sp>
        <p:nvSpPr>
          <p:cNvPr id="100" name="">
            <a:extLst xmlns:a="http://schemas.openxmlformats.org/drawingml/2006/main">
              <a:ext uri="{FF2B5EF4-FFF2-40B4-BE49-F238E27FC236}">
                <a16:creationId xmlns:a16="http://schemas.microsoft.com/office/drawing/2014/main" id="{0E9413A1-EE9C-4509-8E4B-62A5B8416D09}"/>
              </a:ext>
            </a:extLst>
          </p:cNvPr>
          <p:cNvSpPr>
            <a:spLocks xmlns:a="http://schemas.openxmlformats.org/drawingml/2006/main" noGrp="1"/>
          </p:cNvSpPr>
          <p:nvPr/>
        </p:nvSpPr>
        <p:spPr>
          <a:xfrm xmlns:a="http://schemas.openxmlformats.org/drawingml/2006/main">
            <a:off x="523875" y="6477000"/>
            <a:ext cx="142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전달</a:t>
            </a:r>
          </a:p>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SSE 또는</a:t>
            </a:r>
          </a:p>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WebSocket 검토</a:t>
            </a:r>
          </a:p>
        </p:txBody>
      </p:sp>
    </p:spTree>
    <p:extLst>
      <p:ext uri="{BB962C8B-B14F-4D97-AF65-F5344CB8AC3E}">
        <p14:creationId xmlns:p14="http://schemas.microsoft.com/office/powerpoint/2010/main" val="9433785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AF72D20-3089-4AFC-864E-7D78B7346CAD}"/>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2 · 팀 확장</a:t>
            </a:r>
          </a:p>
        </p:txBody>
      </p:sp>
      <p:sp>
        <p:nvSpPr>
          <p:cNvPr id="2" name="">
            <a:extLst xmlns:a="http://schemas.openxmlformats.org/drawingml/2006/main">
              <a:ext uri="{FF2B5EF4-FFF2-40B4-BE49-F238E27FC236}">
                <a16:creationId xmlns:a16="http://schemas.microsoft.com/office/drawing/2014/main" id="{BD56A2FC-BFCE-4B2E-8387-FA5286588494}"/>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3807D274-8A9D-4535-A47D-FAFCBC6603F3}"/>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대표의 기반 역량과 보강할 역할</a:t>
            </a:r>
          </a:p>
        </p:txBody>
      </p:sp>
      <p:sp>
        <p:nvSpPr>
          <p:cNvPr id="4" name="">
            <a:extLst xmlns:a="http://schemas.openxmlformats.org/drawingml/2006/main">
              <a:ext uri="{FF2B5EF4-FFF2-40B4-BE49-F238E27FC236}">
                <a16:creationId xmlns:a16="http://schemas.microsoft.com/office/drawing/2014/main" id="{2401B6C9-DEC9-4F9C-8AE1-6B57F784E1B6}"/>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1CE9C9E-6B14-4ADA-A7CB-FC5242713E06}"/>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대표 1인 · 경력·자격 본인 제공 · 오른쪽 역할은 확보 계획 제안이며 채용 확정 아님</a:t>
            </a:r>
          </a:p>
        </p:txBody>
      </p:sp>
      <p:sp>
        <p:nvSpPr>
          <p:cNvPr id="6" name="">
            <a:extLst xmlns:a="http://schemas.openxmlformats.org/drawingml/2006/main">
              <a:ext uri="{FF2B5EF4-FFF2-40B4-BE49-F238E27FC236}">
                <a16:creationId xmlns:a16="http://schemas.microsoft.com/office/drawing/2014/main" id="{16EC134C-397C-4B11-A220-A00CAC93BB33}"/>
              </a:ext>
            </a:extLst>
          </p:cNvPr>
          <p:cNvSpPr>
            <a:spLocks xmlns:a="http://schemas.openxmlformats.org/drawingml/2006/main" noGrp="1"/>
          </p:cNvSpPr>
          <p:nvPr/>
        </p:nvSpPr>
        <p:spPr>
          <a:xfrm xmlns:a="http://schemas.openxmlformats.org/drawingml/2006/main">
            <a:off x="762000" y="23812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6A9A"/>
                </a:solidFill>
                <a:latin typeface="Malgun Gothic"/>
                <a:ea typeface="Malgun Gothic"/>
                <a:cs typeface="Malgun Gothic"/>
              </a:defRPr>
            </a:defPPr>
            <a:lvl1pPr algn="l">
              <a:defRPr sz="2625" b="1">
                <a:solidFill>
                  <a:srgbClr val="126A9A"/>
                </a:solidFill>
                <a:latin typeface="Malgun Gothic"/>
                <a:ea typeface="Malgun Gothic"/>
                <a:cs typeface="Malgun Gothic"/>
              </a:defRPr>
            </a:lvl1pPr>
            <a:lvl2pPr algn="l">
              <a:defRPr sz="2625" b="1">
                <a:solidFill>
                  <a:srgbClr val="126A9A"/>
                </a:solidFill>
                <a:latin typeface="Malgun Gothic"/>
                <a:ea typeface="Malgun Gothic"/>
                <a:cs typeface="Malgun Gothic"/>
              </a:defRPr>
            </a:lvl2pPr>
            <a:lvl3pPr algn="l">
              <a:defRPr sz="2625" b="1">
                <a:solidFill>
                  <a:srgbClr val="126A9A"/>
                </a:solidFill>
                <a:latin typeface="Malgun Gothic"/>
                <a:ea typeface="Malgun Gothic"/>
                <a:cs typeface="Malgun Gothic"/>
              </a:defRPr>
            </a:lvl3pPr>
            <a:lvl4pPr algn="l">
              <a:defRPr sz="2625" b="1">
                <a:solidFill>
                  <a:srgbClr val="126A9A"/>
                </a:solidFill>
                <a:latin typeface="Malgun Gothic"/>
                <a:ea typeface="Malgun Gothic"/>
                <a:cs typeface="Malgun Gothic"/>
              </a:defRPr>
            </a:lvl4pPr>
            <a:lvl5pPr algn="l">
              <a:defRPr sz="2625" b="1">
                <a:solidFill>
                  <a:srgbClr val="126A9A"/>
                </a:solidFill>
                <a:latin typeface="Malgun Gothic"/>
                <a:ea typeface="Malgun Gothic"/>
                <a:cs typeface="Malgun Gothic"/>
              </a:defRPr>
            </a:lvl5pPr>
            <a:lvl6pPr algn="l">
              <a:defRPr sz="2625" b="1">
                <a:solidFill>
                  <a:srgbClr val="126A9A"/>
                </a:solidFill>
                <a:latin typeface="Malgun Gothic"/>
                <a:ea typeface="Malgun Gothic"/>
                <a:cs typeface="Malgun Gothic"/>
              </a:defRPr>
            </a:lvl6pPr>
            <a:lvl7pPr algn="l">
              <a:defRPr sz="2625" b="1">
                <a:solidFill>
                  <a:srgbClr val="126A9A"/>
                </a:solidFill>
                <a:latin typeface="Malgun Gothic"/>
                <a:ea typeface="Malgun Gothic"/>
                <a:cs typeface="Malgun Gothic"/>
              </a:defRPr>
            </a:lvl7pPr>
            <a:lvl8pPr algn="l">
              <a:defRPr sz="2625" b="1">
                <a:solidFill>
                  <a:srgbClr val="126A9A"/>
                </a:solidFill>
                <a:latin typeface="Malgun Gothic"/>
                <a:ea typeface="Malgun Gothic"/>
                <a:cs typeface="Malgun Gothic"/>
              </a:defRPr>
            </a:lvl8pPr>
            <a:lvl9pPr algn="l">
              <a:defRPr sz="2625" b="1">
                <a:solidFill>
                  <a:srgbClr val="126A9A"/>
                </a:solidFill>
                <a:latin typeface="Malgun Gothic"/>
                <a:ea typeface="Malgun Gothic"/>
                <a:cs typeface="Malgun Gothic"/>
              </a:defRPr>
            </a:lvl9pPr>
          </a:lstStyle>
          <a:p xmlns:a="http://schemas.openxmlformats.org/drawingml/2006/main">
            <a:pPr algn="l">
              <a:defRPr sz="2625" b="1">
                <a:solidFill>
                  <a:srgbClr val="126A9A"/>
                </a:solidFill>
                <a:latin typeface="Malgun Gothic"/>
                <a:ea typeface="Malgun Gothic"/>
                <a:cs typeface="Malgun Gothic"/>
              </a:defRPr>
            </a:pPr>
            <a:r>
              <a:rPr sz="2625" b="1">
                <a:solidFill>
                  <a:srgbClr val="126A9A"/>
                </a:solidFill>
                <a:latin typeface="Malgun Gothic"/>
                <a:ea typeface="Malgun Gothic"/>
                <a:cs typeface="Malgun Gothic"/>
              </a:rPr>
              <a:t>기반 역량</a:t>
            </a:r>
          </a:p>
        </p:txBody>
      </p:sp>
      <p:sp>
        <p:nvSpPr>
          <p:cNvPr id="7" name="">
            <a:extLst xmlns:a="http://schemas.openxmlformats.org/drawingml/2006/main">
              <a:ext uri="{FF2B5EF4-FFF2-40B4-BE49-F238E27FC236}">
                <a16:creationId xmlns:a16="http://schemas.microsoft.com/office/drawing/2014/main" id="{AF2BCBF5-20FB-4D28-A667-FFBB62E8A482}"/>
              </a:ext>
            </a:extLst>
          </p:cNvPr>
          <p:cNvSpPr>
            <a:spLocks xmlns:a="http://schemas.openxmlformats.org/drawingml/2006/main" noGrp="1"/>
          </p:cNvSpPr>
          <p:nvPr/>
        </p:nvSpPr>
        <p:spPr>
          <a:xfrm xmlns:a="http://schemas.openxmlformats.org/drawingml/2006/main">
            <a:off x="762000" y="32004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데이터엔지니어 직무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한화 포탈 데이터 엔지니어링 경험</a:t>
            </a:r>
          </a:p>
        </p:txBody>
      </p:sp>
      <p:sp>
        <p:nvSpPr>
          <p:cNvPr id="8" name="">
            <a:extLst xmlns:a="http://schemas.openxmlformats.org/drawingml/2006/main">
              <a:ext uri="{FF2B5EF4-FFF2-40B4-BE49-F238E27FC236}">
                <a16:creationId xmlns:a16="http://schemas.microsoft.com/office/drawing/2014/main" id="{C8A5B2AE-01D4-4011-AE40-5A768FBFF7C9}"/>
              </a:ext>
            </a:extLst>
          </p:cNvPr>
          <p:cNvSpPr>
            <a:spLocks xmlns:a="http://schemas.openxmlformats.org/drawingml/2006/main" noGrp="1"/>
          </p:cNvSpPr>
          <p:nvPr/>
        </p:nvSpPr>
        <p:spPr>
          <a:xfrm xmlns:a="http://schemas.openxmlformats.org/drawingml/2006/main">
            <a:off x="762000" y="47815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보유 자격</a:t>
            </a:r>
          </a:p>
        </p:txBody>
      </p:sp>
      <p:sp>
        <p:nvSpPr>
          <p:cNvPr id="9" name="">
            <a:extLst xmlns:a="http://schemas.openxmlformats.org/drawingml/2006/main">
              <a:ext uri="{FF2B5EF4-FFF2-40B4-BE49-F238E27FC236}">
                <a16:creationId xmlns:a16="http://schemas.microsoft.com/office/drawing/2014/main" id="{1C9F31BA-1D8B-4D7B-A5E3-D829DECDFD14}"/>
              </a:ext>
            </a:extLst>
          </p:cNvPr>
          <p:cNvSpPr>
            <a:spLocks xmlns:a="http://schemas.openxmlformats.org/drawingml/2006/main" noGrp="1"/>
          </p:cNvSpPr>
          <p:nvPr/>
        </p:nvSpPr>
        <p:spPr>
          <a:xfrm xmlns:a="http://schemas.openxmlformats.org/drawingml/2006/main">
            <a:off x="762000" y="546735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네트워크관리사 2급 (국가공인)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AI프러덕션 기획자 1급</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Databricks Professional</a:t>
            </a:r>
          </a:p>
        </p:txBody>
      </p:sp>
      <p:sp>
        <p:nvSpPr>
          <p:cNvPr id="10" name="">
            <a:extLst xmlns:a="http://schemas.openxmlformats.org/drawingml/2006/main">
              <a:ext uri="{FF2B5EF4-FFF2-40B4-BE49-F238E27FC236}">
                <a16:creationId xmlns:a16="http://schemas.microsoft.com/office/drawing/2014/main" id="{64CEC310-AE26-4227-9513-1D427F5FE613}"/>
              </a:ext>
            </a:extLst>
          </p:cNvPr>
          <p:cNvSpPr>
            <a:spLocks xmlns:a="http://schemas.openxmlformats.org/drawingml/2006/main" noGrp="1"/>
          </p:cNvSpPr>
          <p:nvPr/>
        </p:nvSpPr>
        <p:spPr>
          <a:xfrm xmlns:a="http://schemas.openxmlformats.org/drawingml/2006/main">
            <a:off x="762000" y="72485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6371"/>
                </a:solidFill>
                <a:latin typeface="Malgun Gothic"/>
                <a:ea typeface="Malgun Gothic"/>
                <a:cs typeface="Malgun Gothic"/>
              </a:defRPr>
            </a:defPPr>
            <a:lvl1pPr algn="l">
              <a:defRPr sz="1650" b="0">
                <a:solidFill>
                  <a:srgbClr val="566371"/>
                </a:solidFill>
                <a:latin typeface="Malgun Gothic"/>
                <a:ea typeface="Malgun Gothic"/>
                <a:cs typeface="Malgun Gothic"/>
              </a:defRPr>
            </a:lvl1pPr>
            <a:lvl2pPr algn="l">
              <a:defRPr sz="1650" b="0">
                <a:solidFill>
                  <a:srgbClr val="566371"/>
                </a:solidFill>
                <a:latin typeface="Malgun Gothic"/>
                <a:ea typeface="Malgun Gothic"/>
                <a:cs typeface="Malgun Gothic"/>
              </a:defRPr>
            </a:lvl2pPr>
            <a:lvl3pPr algn="l">
              <a:defRPr sz="1650" b="0">
                <a:solidFill>
                  <a:srgbClr val="566371"/>
                </a:solidFill>
                <a:latin typeface="Malgun Gothic"/>
                <a:ea typeface="Malgun Gothic"/>
                <a:cs typeface="Malgun Gothic"/>
              </a:defRPr>
            </a:lvl3pPr>
            <a:lvl4pPr algn="l">
              <a:defRPr sz="1650" b="0">
                <a:solidFill>
                  <a:srgbClr val="566371"/>
                </a:solidFill>
                <a:latin typeface="Malgun Gothic"/>
                <a:ea typeface="Malgun Gothic"/>
                <a:cs typeface="Malgun Gothic"/>
              </a:defRPr>
            </a:lvl4pPr>
            <a:lvl5pPr algn="l">
              <a:defRPr sz="1650" b="0">
                <a:solidFill>
                  <a:srgbClr val="566371"/>
                </a:solidFill>
                <a:latin typeface="Malgun Gothic"/>
                <a:ea typeface="Malgun Gothic"/>
                <a:cs typeface="Malgun Gothic"/>
              </a:defRPr>
            </a:lvl5pPr>
            <a:lvl6pPr algn="l">
              <a:defRPr sz="1650" b="0">
                <a:solidFill>
                  <a:srgbClr val="566371"/>
                </a:solidFill>
                <a:latin typeface="Malgun Gothic"/>
                <a:ea typeface="Malgun Gothic"/>
                <a:cs typeface="Malgun Gothic"/>
              </a:defRPr>
            </a:lvl6pPr>
            <a:lvl7pPr algn="l">
              <a:defRPr sz="1650" b="0">
                <a:solidFill>
                  <a:srgbClr val="566371"/>
                </a:solidFill>
                <a:latin typeface="Malgun Gothic"/>
                <a:ea typeface="Malgun Gothic"/>
                <a:cs typeface="Malgun Gothic"/>
              </a:defRPr>
            </a:lvl7pPr>
            <a:lvl8pPr algn="l">
              <a:defRPr sz="1650" b="0">
                <a:solidFill>
                  <a:srgbClr val="566371"/>
                </a:solidFill>
                <a:latin typeface="Malgun Gothic"/>
                <a:ea typeface="Malgun Gothic"/>
                <a:cs typeface="Malgun Gothic"/>
              </a:defRPr>
            </a:lvl8pPr>
            <a:lvl9pPr algn="l">
              <a:defRPr sz="1650" b="0">
                <a:solidFill>
                  <a:srgbClr val="566371"/>
                </a:solidFill>
                <a:latin typeface="Malgun Gothic"/>
                <a:ea typeface="Malgun Gothic"/>
                <a:cs typeface="Malgun Gothic"/>
              </a:defRPr>
            </a:lvl9pPr>
          </a:lstStyle>
          <a:p xmlns:a="http://schemas.openxmlformats.org/drawingml/2006/main">
            <a:pPr algn="l">
              <a:defRPr sz="1650" b="0">
                <a:solidFill>
                  <a:srgbClr val="566371"/>
                </a:solidFill>
                <a:latin typeface="Malgun Gothic"/>
                <a:ea typeface="Malgun Gothic"/>
                <a:cs typeface="Malgun Gothic"/>
              </a:defRPr>
            </a:pPr>
            <a:r>
              <a:rPr sz="1650" b="0">
                <a:solidFill>
                  <a:srgbClr val="566371"/>
                </a:solidFill>
                <a:latin typeface="Malgun Gothic"/>
                <a:ea typeface="Malgun Gothic"/>
                <a:cs typeface="Malgun Gothic"/>
              </a:rPr>
              <a:t>자격 명칭은 본인 제공 표기</a:t>
            </a:r>
          </a:p>
        </p:txBody>
      </p:sp>
      <p:sp>
        <p:nvSpPr>
          <p:cNvPr id="11" name="">
            <a:extLst xmlns:a="http://schemas.openxmlformats.org/drawingml/2006/main">
              <a:ext uri="{FF2B5EF4-FFF2-40B4-BE49-F238E27FC236}">
                <a16:creationId xmlns:a16="http://schemas.microsoft.com/office/drawing/2014/main" id="{0F0F0B70-40DB-42A2-9C3A-E0EB814D8EC6}"/>
              </a:ext>
            </a:extLst>
          </p:cNvPr>
          <p:cNvSpPr>
            <a:spLocks xmlns:a="http://schemas.openxmlformats.org/drawingml/2006/main" noGrp="1"/>
          </p:cNvSpPr>
          <p:nvPr/>
        </p:nvSpPr>
        <p:spPr>
          <a:xfrm xmlns:a="http://schemas.openxmlformats.org/drawingml/2006/main">
            <a:off x="7905750" y="23907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제품·풀스택</a:t>
            </a:r>
          </a:p>
        </p:txBody>
      </p:sp>
      <p:sp>
        <p:nvSpPr>
          <p:cNvPr id="12" name="">
            <a:extLst xmlns:a="http://schemas.openxmlformats.org/drawingml/2006/main">
              <a:ext uri="{FF2B5EF4-FFF2-40B4-BE49-F238E27FC236}">
                <a16:creationId xmlns:a16="http://schemas.microsoft.com/office/drawing/2014/main" id="{A4701C1A-365D-458D-B951-CDBC9ECF99FC}"/>
              </a:ext>
            </a:extLst>
          </p:cNvPr>
          <p:cNvSpPr>
            <a:spLocks xmlns:a="http://schemas.openxmlformats.org/drawingml/2006/main" noGrp="1"/>
          </p:cNvSpPr>
          <p:nvPr/>
        </p:nvSpPr>
        <p:spPr>
          <a:xfrm xmlns:a="http://schemas.openxmlformats.org/drawingml/2006/main">
            <a:off x="7905750" y="29241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모델 연결·복구·사용 흐름 완성</a:t>
            </a:r>
          </a:p>
        </p:txBody>
      </p:sp>
      <p:sp>
        <p:nvSpPr>
          <p:cNvPr id="13" name="">
            <a:extLst xmlns:a="http://schemas.openxmlformats.org/drawingml/2006/main">
              <a:ext uri="{FF2B5EF4-FFF2-40B4-BE49-F238E27FC236}">
                <a16:creationId xmlns:a16="http://schemas.microsoft.com/office/drawing/2014/main" id="{F7958AD6-59E0-437F-9DC6-FD566AE36AE6}"/>
              </a:ext>
            </a:extLst>
          </p:cNvPr>
          <p:cNvSpPr>
            <a:spLocks xmlns:a="http://schemas.openxmlformats.org/drawingml/2006/main" noGrp="1"/>
          </p:cNvSpPr>
          <p:nvPr/>
        </p:nvSpPr>
        <p:spPr>
          <a:xfrm xmlns:a="http://schemas.openxmlformats.org/drawingml/2006/main">
            <a:off x="7905750" y="347662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584F69B3-37BB-49BE-809C-607C2789151E}"/>
              </a:ext>
            </a:extLst>
          </p:cNvPr>
          <p:cNvSpPr>
            <a:spLocks xmlns:a="http://schemas.openxmlformats.org/drawingml/2006/main" noGrp="1"/>
          </p:cNvSpPr>
          <p:nvPr/>
        </p:nvSpPr>
        <p:spPr>
          <a:xfrm xmlns:a="http://schemas.openxmlformats.org/drawingml/2006/main">
            <a:off x="7905750" y="36957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영상 제작·UX 리서치</a:t>
            </a:r>
          </a:p>
        </p:txBody>
      </p:sp>
      <p:sp>
        <p:nvSpPr>
          <p:cNvPr id="15" name="">
            <a:extLst xmlns:a="http://schemas.openxmlformats.org/drawingml/2006/main">
              <a:ext uri="{FF2B5EF4-FFF2-40B4-BE49-F238E27FC236}">
                <a16:creationId xmlns:a16="http://schemas.microsoft.com/office/drawing/2014/main" id="{BC4B5587-A159-4FF5-98B4-D04F7BBBADDF}"/>
              </a:ext>
            </a:extLst>
          </p:cNvPr>
          <p:cNvSpPr>
            <a:spLocks xmlns:a="http://schemas.openxmlformats.org/drawingml/2006/main" noGrp="1"/>
          </p:cNvSpPr>
          <p:nvPr/>
        </p:nvSpPr>
        <p:spPr>
          <a:xfrm xmlns:a="http://schemas.openxmlformats.org/drawingml/2006/main">
            <a:off x="7905750" y="42291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결과 품질과 제작자 작업 평가</a:t>
            </a:r>
          </a:p>
        </p:txBody>
      </p:sp>
      <p:sp>
        <p:nvSpPr>
          <p:cNvPr id="16" name="">
            <a:extLst xmlns:a="http://schemas.openxmlformats.org/drawingml/2006/main">
              <a:ext uri="{FF2B5EF4-FFF2-40B4-BE49-F238E27FC236}">
                <a16:creationId xmlns:a16="http://schemas.microsoft.com/office/drawing/2014/main" id="{747DC114-5A0F-4241-8D73-E7AA53E1A4B1}"/>
              </a:ext>
            </a:extLst>
          </p:cNvPr>
          <p:cNvSpPr>
            <a:spLocks xmlns:a="http://schemas.openxmlformats.org/drawingml/2006/main" noGrp="1"/>
          </p:cNvSpPr>
          <p:nvPr/>
        </p:nvSpPr>
        <p:spPr>
          <a:xfrm xmlns:a="http://schemas.openxmlformats.org/drawingml/2006/main">
            <a:off x="7905750" y="4781550"/>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7" name="">
            <a:extLst xmlns:a="http://schemas.openxmlformats.org/drawingml/2006/main">
              <a:ext uri="{FF2B5EF4-FFF2-40B4-BE49-F238E27FC236}">
                <a16:creationId xmlns:a16="http://schemas.microsoft.com/office/drawing/2014/main" id="{B63EBE1D-835D-456D-8000-D4F02C0E1FF4}"/>
              </a:ext>
            </a:extLst>
          </p:cNvPr>
          <p:cNvSpPr>
            <a:spLocks xmlns:a="http://schemas.openxmlformats.org/drawingml/2006/main" noGrp="1"/>
          </p:cNvSpPr>
          <p:nvPr/>
        </p:nvSpPr>
        <p:spPr>
          <a:xfrm xmlns:a="http://schemas.openxmlformats.org/drawingml/2006/main">
            <a:off x="7905750" y="50006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고객 운영·사업개발</a:t>
            </a:r>
          </a:p>
        </p:txBody>
      </p:sp>
      <p:sp>
        <p:nvSpPr>
          <p:cNvPr id="18" name="">
            <a:extLst xmlns:a="http://schemas.openxmlformats.org/drawingml/2006/main">
              <a:ext uri="{FF2B5EF4-FFF2-40B4-BE49-F238E27FC236}">
                <a16:creationId xmlns:a16="http://schemas.microsoft.com/office/drawing/2014/main" id="{220F2704-D3BD-4B81-B33D-3DC23C782AA5}"/>
              </a:ext>
            </a:extLst>
          </p:cNvPr>
          <p:cNvSpPr>
            <a:spLocks xmlns:a="http://schemas.openxmlformats.org/drawingml/2006/main" noGrp="1"/>
          </p:cNvSpPr>
          <p:nvPr/>
        </p:nvSpPr>
        <p:spPr>
          <a:xfrm xmlns:a="http://schemas.openxmlformats.org/drawingml/2006/main">
            <a:off x="7905750" y="55340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사용·전환·지원 비용 관리</a:t>
            </a:r>
          </a:p>
        </p:txBody>
      </p:sp>
      <p:sp>
        <p:nvSpPr>
          <p:cNvPr id="19" name="">
            <a:extLst xmlns:a="http://schemas.openxmlformats.org/drawingml/2006/main">
              <a:ext uri="{FF2B5EF4-FFF2-40B4-BE49-F238E27FC236}">
                <a16:creationId xmlns:a16="http://schemas.microsoft.com/office/drawing/2014/main" id="{24F6C083-C906-486F-9857-20BF289BC14B}"/>
              </a:ext>
            </a:extLst>
          </p:cNvPr>
          <p:cNvSpPr>
            <a:spLocks xmlns:a="http://schemas.openxmlformats.org/drawingml/2006/main" noGrp="1"/>
          </p:cNvSpPr>
          <p:nvPr/>
        </p:nvSpPr>
        <p:spPr>
          <a:xfrm xmlns:a="http://schemas.openxmlformats.org/drawingml/2006/main">
            <a:off x="7905750" y="608647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0" name="">
            <a:extLst xmlns:a="http://schemas.openxmlformats.org/drawingml/2006/main">
              <a:ext uri="{FF2B5EF4-FFF2-40B4-BE49-F238E27FC236}">
                <a16:creationId xmlns:a16="http://schemas.microsoft.com/office/drawing/2014/main" id="{5C43B2ED-B410-4294-8520-329E2779CE32}"/>
              </a:ext>
            </a:extLst>
          </p:cNvPr>
          <p:cNvSpPr>
            <a:spLocks xmlns:a="http://schemas.openxmlformats.org/drawingml/2006/main" noGrp="1"/>
          </p:cNvSpPr>
          <p:nvPr/>
        </p:nvSpPr>
        <p:spPr>
          <a:xfrm xmlns:a="http://schemas.openxmlformats.org/drawingml/2006/main">
            <a:off x="7905750" y="63055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ML·영상 생성·MLOps</a:t>
            </a:r>
          </a:p>
        </p:txBody>
      </p:sp>
      <p:sp>
        <p:nvSpPr>
          <p:cNvPr id="21" name="">
            <a:extLst xmlns:a="http://schemas.openxmlformats.org/drawingml/2006/main">
              <a:ext uri="{FF2B5EF4-FFF2-40B4-BE49-F238E27FC236}">
                <a16:creationId xmlns:a16="http://schemas.microsoft.com/office/drawing/2014/main" id="{38F59852-F0BD-4EEA-9090-25BCEE5B363C}"/>
              </a:ext>
            </a:extLst>
          </p:cNvPr>
          <p:cNvSpPr>
            <a:spLocks xmlns:a="http://schemas.openxmlformats.org/drawingml/2006/main" noGrp="1"/>
          </p:cNvSpPr>
          <p:nvPr/>
        </p:nvSpPr>
        <p:spPr>
          <a:xfrm xmlns:a="http://schemas.openxmlformats.org/drawingml/2006/main">
            <a:off x="7905750" y="68389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권리 데이터·평가·모델 특화</a:t>
            </a:r>
          </a:p>
        </p:txBody>
      </p:sp>
    </p:spTree>
    <p:extLst>
      <p:ext uri="{BB962C8B-B14F-4D97-AF65-F5344CB8AC3E}">
        <p14:creationId xmlns:p14="http://schemas.microsoft.com/office/powerpoint/2010/main" val="3475658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91E72C-BC07-45C9-A58A-8C7FB2AE5E32}"/>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3 · 근거</a:t>
            </a:r>
          </a:p>
        </p:txBody>
      </p:sp>
      <p:sp>
        <p:nvSpPr>
          <p:cNvPr id="2" name="">
            <a:extLst xmlns:a="http://schemas.openxmlformats.org/drawingml/2006/main">
              <a:ext uri="{FF2B5EF4-FFF2-40B4-BE49-F238E27FC236}">
                <a16:creationId xmlns:a16="http://schemas.microsoft.com/office/drawing/2014/main" id="{C4D66D06-861D-4B7A-9127-0E47A25CDEEC}"/>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18</a:t>
            </a:r>
          </a:p>
        </p:txBody>
      </p:sp>
      <p:sp>
        <p:nvSpPr>
          <p:cNvPr id="3" name="">
            <a:extLst xmlns:a="http://schemas.openxmlformats.org/drawingml/2006/main">
              <a:ext uri="{FF2B5EF4-FFF2-40B4-BE49-F238E27FC236}">
                <a16:creationId xmlns:a16="http://schemas.microsoft.com/office/drawing/2014/main" id="{3E735487-680C-4752-84B6-6EBD4693D0EA}"/>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수치의 범위와 주요 근거</a:t>
            </a:r>
          </a:p>
        </p:txBody>
      </p:sp>
      <p:sp>
        <p:nvSpPr>
          <p:cNvPr id="4" name="">
            <a:extLst xmlns:a="http://schemas.openxmlformats.org/drawingml/2006/main">
              <a:ext uri="{FF2B5EF4-FFF2-40B4-BE49-F238E27FC236}">
                <a16:creationId xmlns:a16="http://schemas.microsoft.com/office/drawing/2014/main" id="{B5849BBA-1440-4F42-8938-2A25179B6A93}"/>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C864713-2341-44D6-9453-F8CD5660A48E}"/>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외부 원문 확인: 2026.10.27 · 본문별 상세 링크는 발표자 노트에 수록 · 자사 고객·매출·절감률 수치 없음</a:t>
            </a:r>
          </a:p>
        </p:txBody>
      </p:sp>
      <p:graphicFrame>
        <p:nvGraphicFramePr>
          <p:cNvPr id="6" name="">
            <a:extLst xmlns:a="http://schemas.openxmlformats.org/drawingml/2006/main">
              <a:ext uri="{FF2B5EF4-FFF2-40B4-BE49-F238E27FC236}">
                <a16:creationId xmlns:a16="http://schemas.microsoft.com/office/drawing/2014/main" id="{5F2B0A77-4B12-4750-B4A6-8EEFF6050E82}"/>
              </a:ext>
            </a:extLst>
          </p:cNvPr>
          <p:cNvGraphicFramePr/>
          <p:nvPr/>
        </p:nvGraphicFramePr>
        <p:xfrm>
          <a:off xmlns:a="http://schemas.openxmlformats.org/drawingml/2006/main" x="762000" y="2305050"/>
          <a:ext xmlns:a="http://schemas.openxmlformats.org/drawingml/2006/main" cx="13716000" cy="5286375"/>
        </p:xfrm>
        <a:graphic xmlns:a="http://schemas.openxmlformats.org/drawingml/2006/main">
          <a:graphicData uri="http://schemas.openxmlformats.org/drawingml/2006/table">
            <a:tbl>
              <a:tblPr/>
              <a:tblGrid>
                <a:gridCol w="2857500"/>
                <a:gridCol w="7239000"/>
                <a:gridCol w="3619500"/>
              </a:tblGrid>
              <a:tr h="571500">
                <a:tc>
                  <a:txBody>
                    <a:bodyPr lIns="133350" tIns="133350" rIns="133350" bIns="133350"/>
                    <a:lstStyle/>
                    <a:p>
                      <a:r>
                        <a:rPr sz="1800" b="1">
                          <a:solidFill>
                            <a:srgbClr val="FFFFFF"/>
                          </a:solidFill>
                          <a:latin typeface="Malgun Gothic"/>
                          <a:ea typeface="Malgun Gothic"/>
                          <a:cs typeface="Malgun Gothic"/>
                        </a:rPr>
                        <a:t>항목</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측정 범위·조건</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출처</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42975">
                <a:tc>
                  <a:txBody>
                    <a:bodyPr lIns="133350" tIns="133350" rIns="133350" bIns="133350"/>
                    <a:lstStyle/>
                    <a:p>
                      <a:r>
                        <a:rPr sz="1800" b="0">
                          <a:solidFill>
                            <a:srgbClr val="151C28"/>
                          </a:solidFill>
                          <a:latin typeface="Malgun Gothic"/>
                          <a:ea typeface="Malgun Gothic"/>
                          <a:cs typeface="Malgun Gothic"/>
                        </a:rPr>
                        <a:t>150억 회 초과</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2024년 글로벌 300개 가상 크리에이터 표본</a:t>
                      </a:r>
                    </a:p>
                    <a:p>
                      <a:r>
                        <a:rPr sz="1800" b="0">
                          <a:solidFill>
                            <a:srgbClr val="151C28"/>
                          </a:solidFill>
                          <a:latin typeface="Malgun Gothic"/>
                          <a:ea typeface="Malgun Gothic"/>
                          <a:cs typeface="Malgun Gothic"/>
                        </a:rPr>
                        <a:t>영상·라이브·Shorts 조회 합계</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YouTube, 2025.04.17</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15.8% 증가</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2025년 국내 대중음악산업 매출</a:t>
                      </a:r>
                    </a:p>
                    <a:p>
                      <a:r>
                        <a:rPr sz="1800" b="0">
                          <a:solidFill>
                            <a:srgbClr val="151C28"/>
                          </a:solidFill>
                          <a:latin typeface="Malgun Gothic"/>
                          <a:ea typeface="Malgun Gothic"/>
                          <a:cs typeface="Malgun Gothic"/>
                        </a:rPr>
                        <a:t>전년 대비 증가율</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KOCCA, 2026.08.18</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200만~400만원</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프리미엄 MV 예상 견적 한 사례</a:t>
                      </a:r>
                    </a:p>
                    <a:p>
                      <a:r>
                        <a:rPr sz="1800" b="0">
                          <a:solidFill>
                            <a:srgbClr val="151C28"/>
                          </a:solidFill>
                          <a:latin typeface="Malgun Gothic"/>
                          <a:ea typeface="Malgun Gothic"/>
                          <a:cs typeface="Malgun Gothic"/>
                        </a:rPr>
                        <a:t>VAT 별도·상담 후 확정</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밍글스튜디오</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현재 개발 단계</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코드 및 내부 합성 시험 기록</a:t>
                      </a:r>
                    </a:p>
                    <a:p>
                      <a:r>
                        <a:rPr sz="1800" b="0">
                          <a:solidFill>
                            <a:srgbClr val="151C28"/>
                          </a:solidFill>
                          <a:latin typeface="Malgun Gothic"/>
                          <a:ea typeface="Malgun Gothic"/>
                          <a:cs typeface="Malgun Gothic"/>
                        </a:rPr>
                        <a:t>실제 고객·영상 모델 실호출 검증과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Aethon 저장소·QA</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수상 이력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RealizeSoft 팀의 과거 관련 이력</a:t>
                      </a:r>
                    </a:p>
                    <a:p>
                      <a:r>
                        <a:rPr sz="1800" b="0">
                          <a:solidFill>
                            <a:srgbClr val="151C28"/>
                          </a:solidFill>
                          <a:latin typeface="Malgun Gothic"/>
                          <a:ea typeface="Malgun Gothic"/>
                          <a:cs typeface="Malgun Gothic"/>
                        </a:rPr>
                        <a:t>현재 제품의 매출·고객 실적과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경복대학교 보도</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Tree>
    <p:extLst>
      <p:ext uri="{BB962C8B-B14F-4D97-AF65-F5344CB8AC3E}">
        <p14:creationId xmlns:p14="http://schemas.microsoft.com/office/powerpoint/2010/main" val="214520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2026-10-27T14:55:30.5830000Z</dcterms:created>
  <dcterms:modified xsi:type="dcterms:W3CDTF">2026-10-27T14:55:30.5830000Z</dcterms:modified>
</coreProperties>
</file>