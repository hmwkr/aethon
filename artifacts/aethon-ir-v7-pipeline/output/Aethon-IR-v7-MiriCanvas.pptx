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INE Seed Sans TH Regular"/>
      <p:regular r:id="rId25"/>
    </p:embeddedFont>
    <p:embeddedFont>
      <p:font typeface="LINE Seed Sans TH Bold"/>
      <p:bold r:id="rId26"/>
    </p:embeddedFont>
    <p:embeddedFont>
      <p:font typeface="Pretendard Light"/>
      <p:regular r:id="rId27"/>
    </p:embeddedFont>
    <p:embeddedFont>
      <p:font typeface="Pretendard Medium"/>
      <p:bold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28" Target="fonts/font4.fntdata" Type="http://schemas.openxmlformats.org/officeDocument/2006/relationships/font"/><Relationship Id="rId29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22.png" Type="http://schemas.openxmlformats.org/officeDocument/2006/relationships/image"/><Relationship Id="rId15" Target="../media/image13.svg" Type="http://schemas.openxmlformats.org/officeDocument/2006/relationships/image"/><Relationship Id="rId16" Target="../media/image23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19" Target="../media/image17.png" Type="http://schemas.openxmlformats.org/officeDocument/2006/relationships/image"/><Relationship Id="rId2" Target="../media/image18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2.png" Type="http://schemas.openxmlformats.org/officeDocument/2006/relationships/image"/><Relationship Id="rId5" Target="../media/image4.svg" Type="http://schemas.openxmlformats.org/officeDocument/2006/relationships/image"/><Relationship Id="rId6" Target="../media/image21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svg" Type="http://schemas.openxmlformats.org/officeDocument/2006/relationships/image"/><Relationship Id="rId15" Target="../media/image32.png" Type="http://schemas.openxmlformats.org/officeDocument/2006/relationships/image"/><Relationship Id="rId16" Target="../media/image15.svg" Type="http://schemas.openxmlformats.org/officeDocument/2006/relationships/image"/><Relationship Id="rId17" Target="../media/image33.png" Type="http://schemas.openxmlformats.org/officeDocument/2006/relationships/image"/><Relationship Id="rId18" Target="../media/image34.svg" Type="http://schemas.openxmlformats.org/officeDocument/2006/relationships/image"/><Relationship Id="rId19" Target="../media/image7.png" Type="http://schemas.openxmlformats.org/officeDocument/2006/relationships/image"/><Relationship Id="rId2" Target="../media/image24.png" Type="http://schemas.openxmlformats.org/officeDocument/2006/relationships/image"/><Relationship Id="rId20" Target="../media/image8.svg" Type="http://schemas.openxmlformats.org/officeDocument/2006/relationships/image"/><Relationship Id="rId21" Target="../media/image35.png" Type="http://schemas.openxmlformats.org/officeDocument/2006/relationships/image"/><Relationship Id="rId22" Target="../media/image36.svg" Type="http://schemas.openxmlformats.org/officeDocument/2006/relationships/image"/><Relationship Id="rId23" Target="../media/image37.png" Type="http://schemas.openxmlformats.org/officeDocument/2006/relationships/image"/><Relationship Id="rId24" Target="../media/image38.svg" Type="http://schemas.openxmlformats.org/officeDocument/2006/relationships/image"/><Relationship Id="rId25" Target="../media/image39.png" Type="http://schemas.openxmlformats.org/officeDocument/2006/relationships/image"/><Relationship Id="rId26" Target="../media/image40.svg" Type="http://schemas.openxmlformats.org/officeDocument/2006/relationships/image"/><Relationship Id="rId27" Target="../media/image41.png" Type="http://schemas.openxmlformats.org/officeDocument/2006/relationships/image"/><Relationship Id="rId28" Target="../media/image42.svg" Type="http://schemas.openxmlformats.org/officeDocument/2006/relationships/image"/><Relationship Id="rId29" Target="../media/image43.png" Type="http://schemas.openxmlformats.org/officeDocument/2006/relationships/image"/><Relationship Id="rId3" Target="../media/image25.svg" Type="http://schemas.openxmlformats.org/officeDocument/2006/relationships/image"/><Relationship Id="rId30" Target="../media/image44.svg" Type="http://schemas.openxmlformats.org/officeDocument/2006/relationships/image"/><Relationship Id="rId31" Target="../media/image45.svg" Type="http://schemas.openxmlformats.org/officeDocument/2006/relationships/image"/><Relationship Id="rId4" Target="../media/image26.sv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svg" Type="http://schemas.openxmlformats.org/officeDocument/2006/relationships/image"/><Relationship Id="rId14" Target="../media/image48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png" Type="http://schemas.openxmlformats.org/officeDocument/2006/relationships/image"/><Relationship Id="rId18" Target="../media/image49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4.svg" Type="http://schemas.openxmlformats.org/officeDocument/2006/relationships/image"/><Relationship Id="rId5" Target="../media/image47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svg" Type="http://schemas.openxmlformats.org/officeDocument/2006/relationships/image"/><Relationship Id="rId16" Target="../media/image52.png" Type="http://schemas.openxmlformats.org/officeDocument/2006/relationships/image"/><Relationship Id="rId17" Target="../media/image15.svg" Type="http://schemas.openxmlformats.org/officeDocument/2006/relationships/image"/><Relationship Id="rId18" Target="../media/image53.png" Type="http://schemas.openxmlformats.org/officeDocument/2006/relationships/image"/><Relationship Id="rId19" Target="../media/image34.svg" Type="http://schemas.openxmlformats.org/officeDocument/2006/relationships/image"/><Relationship Id="rId2" Target="../media/image24.png" Type="http://schemas.openxmlformats.org/officeDocument/2006/relationships/image"/><Relationship Id="rId20" Target="../media/image7.png" Type="http://schemas.openxmlformats.org/officeDocument/2006/relationships/image"/><Relationship Id="rId21" Target="../media/image8.svg" Type="http://schemas.openxmlformats.org/officeDocument/2006/relationships/image"/><Relationship Id="rId22" Target="../media/image35.png" Type="http://schemas.openxmlformats.org/officeDocument/2006/relationships/image"/><Relationship Id="rId23" Target="../media/image36.svg" Type="http://schemas.openxmlformats.org/officeDocument/2006/relationships/image"/><Relationship Id="rId24" Target="../media/image54.png" Type="http://schemas.openxmlformats.org/officeDocument/2006/relationships/image"/><Relationship Id="rId25" Target="../media/image38.svg" Type="http://schemas.openxmlformats.org/officeDocument/2006/relationships/image"/><Relationship Id="rId26" Target="../media/image39.png" Type="http://schemas.openxmlformats.org/officeDocument/2006/relationships/image"/><Relationship Id="rId27" Target="../media/image40.svg" Type="http://schemas.openxmlformats.org/officeDocument/2006/relationships/image"/><Relationship Id="rId28" Target="../media/image37.png" Type="http://schemas.openxmlformats.org/officeDocument/2006/relationships/image"/><Relationship Id="rId29" Target="../media/image42.svg" Type="http://schemas.openxmlformats.org/officeDocument/2006/relationships/image"/><Relationship Id="rId3" Target="../media/image25.svg" Type="http://schemas.openxmlformats.org/officeDocument/2006/relationships/image"/><Relationship Id="rId30" Target="../media/image55.png" Type="http://schemas.openxmlformats.org/officeDocument/2006/relationships/image"/><Relationship Id="rId31" Target="../media/image44.svg" Type="http://schemas.openxmlformats.org/officeDocument/2006/relationships/image"/><Relationship Id="rId32" Target="../media/image56.png" Type="http://schemas.openxmlformats.org/officeDocument/2006/relationships/image"/><Relationship Id="rId33" Target="../media/image45.svg" Type="http://schemas.openxmlformats.org/officeDocument/2006/relationships/image"/><Relationship Id="rId4" Target="../media/image50.png" Type="http://schemas.openxmlformats.org/officeDocument/2006/relationships/image"/><Relationship Id="rId5" Target="../media/image26.sv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2" Target="../media/image57.png" Type="http://schemas.openxmlformats.org/officeDocument/2006/relationships/image"/><Relationship Id="rId3" Target="../media/image1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34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16" Target="../media/image9.png" Type="http://schemas.openxmlformats.org/officeDocument/2006/relationships/image"/><Relationship Id="rId17" Target="../media/image10.svg" Type="http://schemas.openxmlformats.org/officeDocument/2006/relationships/image"/><Relationship Id="rId18" Target="../media/image11.png" Type="http://schemas.openxmlformats.org/officeDocument/2006/relationships/image"/><Relationship Id="rId19" Target="../media/image12.svg" Type="http://schemas.openxmlformats.org/officeDocument/2006/relationships/image"/><Relationship Id="rId2" Target="../media/image59.png" Type="http://schemas.openxmlformats.org/officeDocument/2006/relationships/image"/><Relationship Id="rId20" Target="../media/image13.svg" Type="http://schemas.openxmlformats.org/officeDocument/2006/relationships/image"/><Relationship Id="rId21" Target="../media/image69.png" Type="http://schemas.openxmlformats.org/officeDocument/2006/relationships/image"/><Relationship Id="rId22" Target="../media/image70.svg" Type="http://schemas.openxmlformats.org/officeDocument/2006/relationships/image"/><Relationship Id="rId23" Target="../media/image71.png" Type="http://schemas.openxmlformats.org/officeDocument/2006/relationships/image"/><Relationship Id="rId24" Target="../media/image72.svg" Type="http://schemas.openxmlformats.org/officeDocument/2006/relationships/image"/><Relationship Id="rId25" Target="../media/image73.png" Type="http://schemas.openxmlformats.org/officeDocument/2006/relationships/image"/><Relationship Id="rId26" Target="../media/image74.png" Type="http://schemas.openxmlformats.org/officeDocument/2006/relationships/image"/><Relationship Id="rId27" Target="../media/image75.svg" Type="http://schemas.openxmlformats.org/officeDocument/2006/relationships/image"/><Relationship Id="rId28" Target="../media/image76.png" Type="http://schemas.openxmlformats.org/officeDocument/2006/relationships/image"/><Relationship Id="rId29" Target="../media/image77.png" Type="http://schemas.openxmlformats.org/officeDocument/2006/relationships/image"/><Relationship Id="rId3" Target="../media/image60.svg" Type="http://schemas.openxmlformats.org/officeDocument/2006/relationships/image"/><Relationship Id="rId30" Target="../media/image78.svg" Type="http://schemas.openxmlformats.org/officeDocument/2006/relationships/image"/><Relationship Id="rId31" Target="../media/image79.png" Type="http://schemas.openxmlformats.org/officeDocument/2006/relationships/image"/><Relationship Id="rId32" Target="../media/image80.svg" Type="http://schemas.openxmlformats.org/officeDocument/2006/relationships/image"/><Relationship Id="rId33" Target="../media/image81.png" Type="http://schemas.openxmlformats.org/officeDocument/2006/relationships/image"/><Relationship Id="rId34" Target="../media/image82.png" Type="http://schemas.openxmlformats.org/officeDocument/2006/relationships/image"/><Relationship Id="rId35" Target="../media/image83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15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7.png" Type="http://schemas.openxmlformats.org/officeDocument/2006/relationships/image"/><Relationship Id="rId12" Target="../media/image8.svg" Type="http://schemas.openxmlformats.org/officeDocument/2006/relationships/image"/><Relationship Id="rId2" Target="../media/image84.png" Type="http://schemas.openxmlformats.org/officeDocument/2006/relationships/image"/><Relationship Id="rId3" Target="../media/image15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sv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6.png" Type="http://schemas.openxmlformats.org/officeDocument/2006/relationships/image"/><Relationship Id="rId3" Target="../media/image8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91.png" Type="http://schemas.openxmlformats.org/officeDocument/2006/relationships/image"/><Relationship Id="rId19" Target="../media/image92.svg" Type="http://schemas.openxmlformats.org/officeDocument/2006/relationships/image"/><Relationship Id="rId2" Target="../media/image88.png" Type="http://schemas.openxmlformats.org/officeDocument/2006/relationships/image"/><Relationship Id="rId20" Target="../media/image93.png" Type="http://schemas.openxmlformats.org/officeDocument/2006/relationships/image"/><Relationship Id="rId21" Target="../media/image94.svg" Type="http://schemas.openxmlformats.org/officeDocument/2006/relationships/image"/><Relationship Id="rId22" Target="../media/image95.png" Type="http://schemas.openxmlformats.org/officeDocument/2006/relationships/image"/><Relationship Id="rId23" Target="../media/image96.svg" Type="http://schemas.openxmlformats.org/officeDocument/2006/relationships/image"/><Relationship Id="rId24" Target="../media/image97.png" Type="http://schemas.openxmlformats.org/officeDocument/2006/relationships/image"/><Relationship Id="rId25" Target="../media/image98.svg" Type="http://schemas.openxmlformats.org/officeDocument/2006/relationships/image"/><Relationship Id="rId26" Target="../media/image99.png" Type="http://schemas.openxmlformats.org/officeDocument/2006/relationships/image"/><Relationship Id="rId27" Target="../media/image100.png" Type="http://schemas.openxmlformats.org/officeDocument/2006/relationships/image"/><Relationship Id="rId28" Target="../media/image101.svg" Type="http://schemas.openxmlformats.org/officeDocument/2006/relationships/image"/><Relationship Id="rId29" Target="../media/image102.png" Type="http://schemas.openxmlformats.org/officeDocument/2006/relationships/image"/><Relationship Id="rId3" Target="../media/image15.svg" Type="http://schemas.openxmlformats.org/officeDocument/2006/relationships/image"/><Relationship Id="rId30" Target="../media/image103.svg" Type="http://schemas.openxmlformats.org/officeDocument/2006/relationships/image"/><Relationship Id="rId31" Target="../media/image104.svg" Type="http://schemas.openxmlformats.org/officeDocument/2006/relationships/image"/><Relationship Id="rId32" Target="../media/image105.svg" Type="http://schemas.openxmlformats.org/officeDocument/2006/relationships/image"/><Relationship Id="rId33" Target="../media/image106.png" Type="http://schemas.openxmlformats.org/officeDocument/2006/relationships/image"/><Relationship Id="rId34" Target="../media/image107.png" Type="http://schemas.openxmlformats.org/officeDocument/2006/relationships/image"/><Relationship Id="rId35" Target="../media/image108.svg" Type="http://schemas.openxmlformats.org/officeDocument/2006/relationships/image"/><Relationship Id="rId36" Target="../media/image109.png" Type="http://schemas.openxmlformats.org/officeDocument/2006/relationships/image"/><Relationship Id="rId37" Target="../media/image110.svg" Type="http://schemas.openxmlformats.org/officeDocument/2006/relationships/image"/><Relationship Id="rId38" Target="../media/image111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89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18" Target="../media/image117.png" Type="http://schemas.openxmlformats.org/officeDocument/2006/relationships/image"/><Relationship Id="rId19" Target="../media/image92.svg" Type="http://schemas.openxmlformats.org/officeDocument/2006/relationships/image"/><Relationship Id="rId2" Target="../media/image114.png" Type="http://schemas.openxmlformats.org/officeDocument/2006/relationships/image"/><Relationship Id="rId20" Target="../media/image118.png" Type="http://schemas.openxmlformats.org/officeDocument/2006/relationships/image"/><Relationship Id="rId21" Target="../media/image94.svg" Type="http://schemas.openxmlformats.org/officeDocument/2006/relationships/image"/><Relationship Id="rId22" Target="../media/image95.png" Type="http://schemas.openxmlformats.org/officeDocument/2006/relationships/image"/><Relationship Id="rId23" Target="../media/image96.svg" Type="http://schemas.openxmlformats.org/officeDocument/2006/relationships/image"/><Relationship Id="rId24" Target="../media/image99.png" Type="http://schemas.openxmlformats.org/officeDocument/2006/relationships/image"/><Relationship Id="rId25" Target="../media/image98.svg" Type="http://schemas.openxmlformats.org/officeDocument/2006/relationships/image"/><Relationship Id="rId26" Target="../media/image119.png" Type="http://schemas.openxmlformats.org/officeDocument/2006/relationships/image"/><Relationship Id="rId27" Target="../media/image101.svg" Type="http://schemas.openxmlformats.org/officeDocument/2006/relationships/image"/><Relationship Id="rId28" Target="../media/image120.png" Type="http://schemas.openxmlformats.org/officeDocument/2006/relationships/image"/><Relationship Id="rId29" Target="../media/image103.svg" Type="http://schemas.openxmlformats.org/officeDocument/2006/relationships/image"/><Relationship Id="rId3" Target="../media/image15.svg" Type="http://schemas.openxmlformats.org/officeDocument/2006/relationships/image"/><Relationship Id="rId30" Target="../media/image104.svg" Type="http://schemas.openxmlformats.org/officeDocument/2006/relationships/image"/><Relationship Id="rId31" Target="../media/image121.png" Type="http://schemas.openxmlformats.org/officeDocument/2006/relationships/image"/><Relationship Id="rId32" Target="../media/image105.svg" Type="http://schemas.openxmlformats.org/officeDocument/2006/relationships/image"/><Relationship Id="rId33" Target="../media/image122.png" Type="http://schemas.openxmlformats.org/officeDocument/2006/relationships/image"/><Relationship Id="rId34" Target="../media/image123.png" Type="http://schemas.openxmlformats.org/officeDocument/2006/relationships/image"/><Relationship Id="rId35" Target="../media/image108.svg" Type="http://schemas.openxmlformats.org/officeDocument/2006/relationships/image"/><Relationship Id="rId36" Target="../media/image124.png" Type="http://schemas.openxmlformats.org/officeDocument/2006/relationships/image"/><Relationship Id="rId37" Target="../media/image110.svg" Type="http://schemas.openxmlformats.org/officeDocument/2006/relationships/image"/><Relationship Id="rId38" Target="../media/image111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5.pn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26.png" Type="http://schemas.openxmlformats.org/officeDocument/2006/relationships/image"/><Relationship Id="rId12" Target="../media/image15.svg" Type="http://schemas.openxmlformats.org/officeDocument/2006/relationships/image"/><Relationship Id="rId13" Target="../media/image127.png" Type="http://schemas.openxmlformats.org/officeDocument/2006/relationships/image"/><Relationship Id="rId14" Target="../media/image128.svg" Type="http://schemas.openxmlformats.org/officeDocument/2006/relationships/image"/><Relationship Id="rId15" Target="../media/image129.png" Type="http://schemas.openxmlformats.org/officeDocument/2006/relationships/image"/><Relationship Id="rId16" Target="../media/image130.svg" Type="http://schemas.openxmlformats.org/officeDocument/2006/relationships/image"/><Relationship Id="rId17" Target="../media/image131.png" Type="http://schemas.openxmlformats.org/officeDocument/2006/relationships/image"/><Relationship Id="rId18" Target="../media/image132.svg" Type="http://schemas.openxmlformats.org/officeDocument/2006/relationships/image"/><Relationship Id="rId19" Target="../media/image133.png" Type="http://schemas.openxmlformats.org/officeDocument/2006/relationships/image"/><Relationship Id="rId2" Target="../media/image125.png" Type="http://schemas.openxmlformats.org/officeDocument/2006/relationships/image"/><Relationship Id="rId20" Target="../media/image134.svg" Type="http://schemas.openxmlformats.org/officeDocument/2006/relationships/image"/><Relationship Id="rId21" Target="../media/image39.png" Type="http://schemas.openxmlformats.org/officeDocument/2006/relationships/image"/><Relationship Id="rId22" Target="../media/image40.svg" Type="http://schemas.openxmlformats.org/officeDocument/2006/relationships/image"/><Relationship Id="rId23" Target="../media/image135.png" Type="http://schemas.openxmlformats.org/officeDocument/2006/relationships/image"/><Relationship Id="rId24" Target="../media/image136.svg" Type="http://schemas.openxmlformats.org/officeDocument/2006/relationships/image"/><Relationship Id="rId3" Target="../media/image3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svg" Type="http://schemas.openxmlformats.org/officeDocument/2006/relationships/image"/><Relationship Id="rId15" Target="../media/image138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3" Target="../media/image3.svg" Type="http://schemas.openxmlformats.org/officeDocument/2006/relationships/image"/><Relationship Id="rId4" Target="../media/image18.png" Type="http://schemas.openxmlformats.org/officeDocument/2006/relationships/image"/><Relationship Id="rId5" Target="../media/image4.svg" Type="http://schemas.openxmlformats.org/officeDocument/2006/relationships/image"/><Relationship Id="rId6" Target="../media/image137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9.png" Type="http://schemas.openxmlformats.org/officeDocument/2006/relationships/image"/><Relationship Id="rId3" Target="../media/image14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11" Target="../media/image13.svg" Type="http://schemas.openxmlformats.org/officeDocument/2006/relationships/image"/><Relationship Id="rId12" Target="../media/image142.png" Type="http://schemas.openxmlformats.org/officeDocument/2006/relationships/image"/><Relationship Id="rId13" Target="../media/image15.svg" Type="http://schemas.openxmlformats.org/officeDocument/2006/relationships/image"/><Relationship Id="rId14" Target="../media/image143.png" Type="http://schemas.openxmlformats.org/officeDocument/2006/relationships/image"/><Relationship Id="rId15" Target="../media/image144.svg" Type="http://schemas.openxmlformats.org/officeDocument/2006/relationships/image"/><Relationship Id="rId16" Target="../media/image145.png" Type="http://schemas.openxmlformats.org/officeDocument/2006/relationships/image"/><Relationship Id="rId17" Target="../media/image146.svg" Type="http://schemas.openxmlformats.org/officeDocument/2006/relationships/image"/><Relationship Id="rId18" Target="../media/image147.png" Type="http://schemas.openxmlformats.org/officeDocument/2006/relationships/image"/><Relationship Id="rId19" Target="../media/image148.svg" Type="http://schemas.openxmlformats.org/officeDocument/2006/relationships/image"/><Relationship Id="rId2" Target="../media/image58.png" Type="http://schemas.openxmlformats.org/officeDocument/2006/relationships/image"/><Relationship Id="rId20" Target="../media/image149.png" Type="http://schemas.openxmlformats.org/officeDocument/2006/relationships/image"/><Relationship Id="rId21" Target="../media/image134.svg" Type="http://schemas.openxmlformats.org/officeDocument/2006/relationships/image"/><Relationship Id="rId22" Target="../media/image39.png" Type="http://schemas.openxmlformats.org/officeDocument/2006/relationships/image"/><Relationship Id="rId23" Target="../media/image40.svg" Type="http://schemas.openxmlformats.org/officeDocument/2006/relationships/image"/><Relationship Id="rId24" Target="../media/image150.png" Type="http://schemas.openxmlformats.org/officeDocument/2006/relationships/image"/><Relationship Id="rId3" Target="../media/image3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154.png" Type="http://schemas.openxmlformats.org/officeDocument/2006/relationships/image"/><Relationship Id="rId12" Target="../media/image31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11.png" Type="http://schemas.openxmlformats.org/officeDocument/2006/relationships/image"/><Relationship Id="rId16" Target="../media/image12.svg" Type="http://schemas.openxmlformats.org/officeDocument/2006/relationships/image"/><Relationship Id="rId17" Target="../media/image13.svg" Type="http://schemas.openxmlformats.org/officeDocument/2006/relationships/image"/><Relationship Id="rId18" Target="../media/image155.png" Type="http://schemas.openxmlformats.org/officeDocument/2006/relationships/image"/><Relationship Id="rId19" Target="../media/image15.svg" Type="http://schemas.openxmlformats.org/officeDocument/2006/relationships/image"/><Relationship Id="rId2" Target="../media/image151.png" Type="http://schemas.openxmlformats.org/officeDocument/2006/relationships/image"/><Relationship Id="rId20" Target="../media/image156.png" Type="http://schemas.openxmlformats.org/officeDocument/2006/relationships/image"/><Relationship Id="rId21" Target="../media/image34.svg" Type="http://schemas.openxmlformats.org/officeDocument/2006/relationships/image"/><Relationship Id="rId22" Target="../media/image7.png" Type="http://schemas.openxmlformats.org/officeDocument/2006/relationships/image"/><Relationship Id="rId23" Target="../media/image8.svg" Type="http://schemas.openxmlformats.org/officeDocument/2006/relationships/image"/><Relationship Id="rId24" Target="../media/image35.png" Type="http://schemas.openxmlformats.org/officeDocument/2006/relationships/image"/><Relationship Id="rId25" Target="../media/image36.svg" Type="http://schemas.openxmlformats.org/officeDocument/2006/relationships/image"/><Relationship Id="rId26" Target="../media/image37.png" Type="http://schemas.openxmlformats.org/officeDocument/2006/relationships/image"/><Relationship Id="rId27" Target="../media/image38.svg" Type="http://schemas.openxmlformats.org/officeDocument/2006/relationships/image"/><Relationship Id="rId28" Target="../media/image39.png" Type="http://schemas.openxmlformats.org/officeDocument/2006/relationships/image"/><Relationship Id="rId29" Target="../media/image40.svg" Type="http://schemas.openxmlformats.org/officeDocument/2006/relationships/image"/><Relationship Id="rId3" Target="../media/image25.svg" Type="http://schemas.openxmlformats.org/officeDocument/2006/relationships/image"/><Relationship Id="rId30" Target="../media/image42.svg" Type="http://schemas.openxmlformats.org/officeDocument/2006/relationships/image"/><Relationship Id="rId31" Target="../media/image44.svg" Type="http://schemas.openxmlformats.org/officeDocument/2006/relationships/image"/><Relationship Id="rId32" Target="../media/image45.svg" Type="http://schemas.openxmlformats.org/officeDocument/2006/relationships/image"/><Relationship Id="rId4" Target="../media/image24.png" Type="http://schemas.openxmlformats.org/officeDocument/2006/relationships/image"/><Relationship Id="rId5" Target="../media/image152.png" Type="http://schemas.openxmlformats.org/officeDocument/2006/relationships/image"/><Relationship Id="rId6" Target="../media/image26.svg" Type="http://schemas.openxmlformats.org/officeDocument/2006/relationships/image"/><Relationship Id="rId7" Target="../media/image153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23500" y="1625600"/>
            <a:ext cx="7442200" cy="7035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1422400"/>
            <a:ext cx="7239000" cy="27940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소규모·버추얼 아이돌
기획사 AI MV 작업대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7708900"/>
            <a:ext cx="8204200" cy="5334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이성민 · RealizeSoft(현실화하는소프트) 대표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8115300"/>
            <a:ext cx="71755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l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AI Music Video Workspace</a:t>
            </a:r>
          </a:p>
        </p:txBody>
      </p:sp>
      <p:sp>
        <p:nvSpPr>
          <p:cNvPr name="TextBox 6" id="6"/>
          <p:cNvSpPr txBox="true"/>
          <p:nvPr/>
        </p:nvSpPr>
        <p:spPr>
          <a:xfrm rot="5400000">
            <a:off x="15989300" y="2273300"/>
            <a:ext cx="3454400" cy="342900"/>
          </a:xfrm>
          <a:prstGeom prst="rect">
            <a:avLst/>
          </a:prstGeom>
        </p:spPr>
        <p:txBody>
          <a:bodyPr anchor="t" rtlCol="false" lIns="0" tIns="16510" rIns="0" bIns="0"/>
          <a:lstStyle/>
          <a:p>
            <a:pPr algn="l" lvl="0">
              <a:lnSpc>
                <a:spcPct val="99600"/>
              </a:lnSpc>
            </a:pPr>
            <a:r>
              <a:rPr lang="en-US" sz="1299" b="false" i="false" u="none" strike="noStrike">
                <a:solidFill>
                  <a:srgbClr val="9E9E9E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100" y="3390900"/>
            <a:ext cx="12966700" cy="2654300"/>
          </a:xfrm>
          <a:prstGeom prst="rect">
            <a:avLst/>
          </a:prstGeom>
        </p:spPr>
        <p:txBody>
          <a:bodyPr anchor="t" rtlCol="false" lIns="0" tIns="148590" rIns="0" bIns="0"/>
          <a:lstStyle/>
          <a:p>
            <a:pPr algn="l" lvl="0">
              <a:lnSpc>
                <a:spcPct val="99600"/>
              </a:lnSpc>
            </a:pPr>
            <a:r>
              <a:rPr lang="en-US" sz="11700" b="false" i="false" u="none" strike="noStrike" spc="-300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800" y="736600"/>
            <a:ext cx="2552700" cy="546100"/>
          </a:xfrm>
          <a:prstGeom prst="rect">
            <a:avLst/>
          </a:prstGeom>
        </p:spPr>
        <p:txBody>
          <a:bodyPr anchor="t" rtlCol="false" lIns="0" tIns="29036" rIns="0" bIns="0"/>
          <a:lstStyle/>
          <a:p>
            <a:pPr algn="l" lvl="0">
              <a:lnSpc>
                <a:spcPct val="99600"/>
              </a:lnSpc>
            </a:pPr>
            <a:r>
              <a:rPr lang="en-US" sz="2286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 맥락을
하나로 연결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Pain &amp; 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문제 가설 · 고객 인터뷰 전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아티스트와 곡의 자료를 모읍니다.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준비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장면을 구상하고 도구를 연결합니다.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기획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결과를 비교하고 수정·승인합니다.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왜 이 제작팀부터
시작할까요?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9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초기 타깃 가설 · 고객 인터뷰 전 /
NEKIRU·밍글스튜디오 공개 사례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NEKIRU 단일 사례: 싱글
17곡 이상. MV 편수 아님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 발매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자료·기획·검토 연결의
필요성을 인터뷰로 확인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작은 조직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MV 외주 공개 예상 견적:
200만~400만원 · VAT 별도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 비용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7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목표 사용자 흐름 · 영상 모델 실호출 검증 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자료에서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하나의 흐름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Workflow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What creators do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25200" y="36322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아티스트·음원·참고 자료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89900" y="35941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자료 입력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25200" y="49784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장면 구상·기획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89900" y="49403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대화 AI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25200" y="63246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생성 요청·결과 선택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 모델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25200" y="76708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편집·승인 후 출력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89900" y="76327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검토·출력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0" y="1955800"/>
            <a:ext cx="12700000" cy="7150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12827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내부 제한 시험 화면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9423400"/>
            <a:ext cx="71882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합성 시험 미디어 · AI 생성 결과 아님 · 별개 3초/2초 출력 시험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95700" y="444500"/>
            <a:ext cx="1460500" cy="457200"/>
          </a:xfrm>
          <a:prstGeom prst="rect">
            <a:avLst/>
          </a:prstGeom>
        </p:spPr>
        <p:txBody>
          <a:bodyPr anchor="t" rtlCol="false" lIns="0" tIns="24130" rIns="0" bIns="0"/>
          <a:lstStyle/>
          <a:p>
            <a:pPr algn="l" lvl="0">
              <a:lnSpc>
                <a:spcPct val="99600"/>
              </a:lnSpc>
            </a:pPr>
            <a:r>
              <a:rPr lang="en-US" sz="1899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다음 작업까지
제작 맥락 연결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Workflow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제품 방향 가설 · 고객 인터뷰·시험 고객·매출 없음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아티스트·음원과 제작 참고 자료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 의도와 생성 결과를 연결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장면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선택한 맥락을 다시 쓰는 가치 검증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다음 작업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Market Scope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동일 조직·연간 MV 제작 도구
지출 기준 · 금액과 고객 수 미산정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시장 범위를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네 단계로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좁혀 출시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Market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Addressable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25200" y="36322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글로벌 MV 제작 SW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89900" y="35941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TAM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25200" y="49784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국내 제공 가능 MV 제작 SW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89900" y="49403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SAM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25200" y="63246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접근·판매·지원 가능한 국내 조직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SOM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25200" y="76708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소규모 기획사·지하/버추얼 아이돌 MV팀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89900" y="76327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LAM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Alternatives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3657600"/>
            <a:ext cx="57531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작업 흐름 기준 · 가격·품질 우위 검증 전</a:t>
            </a:r>
          </a:p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68400" y="26543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" y="2692400"/>
            <a:ext cx="558800" cy="558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68400" y="1612900"/>
            <a:ext cx="8750300" cy="9525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대안별 제작 방식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8400" y="4610100"/>
          <a:ext cx="15887700" cy="3644900"/>
        </p:xfrm>
        <a:graphic>
          <a:graphicData uri="http://schemas.openxmlformats.org/drawingml/2006/table">
            <a:tbl>
              <a:tblPr/>
              <a:tblGrid>
                <a:gridCol w="2889586"/>
                <a:gridCol w="3534703"/>
                <a:gridCol w="4381419"/>
                <a:gridCol w="5053416"/>
              </a:tblGrid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비교 기준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개별 도구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전문 외주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Aethon 목표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기획·제작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도구 조합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계약 범위 수행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자료·장면 연결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선택·수정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파일 관리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수정 의견 전달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결과 비교·승인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04875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다음 제작</a:t>
                      </a:r>
                      <a:endParaRPr lang="en-US" sz="1100"/>
                    </a:p>
                  </a:txBody>
                  <a:tcPr anchor="ctr" marL="133350" marT="117347" marR="133350" marB="117347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자료 재연결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새 의뢰·협의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1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맥락 재사용 목표</a:t>
                      </a:r>
                      <a:endParaRPr lang="en-US" sz="1100"/>
                    </a:p>
                  </a:txBody>
                  <a:tcPr anchor="ctr" marL="133350" marT="117347" marR="133350" marB="117347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680700" y="2032000"/>
            <a:ext cx="3365500" cy="661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680700" y="2400300"/>
            <a:ext cx="3365500" cy="6235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Business Model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7048500" y="2400300"/>
            <a:ext cx="3365500" cy="6235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429500" y="5029200"/>
            <a:ext cx="27686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 자료·프로젝트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8400" y="3035300"/>
            <a:ext cx="54991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구독과 사용량
과금 가설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400" y="6121400"/>
            <a:ext cx="5410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199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승인본당 직접비
= 같은 기간 직접비 ÷ 승인본 수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168400" y="51181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19200" y="5156200"/>
            <a:ext cx="5588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13600" y="4241800"/>
            <a:ext cx="3022600" cy="596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3533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작업대 구독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1074400" y="5029200"/>
            <a:ext cx="27686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모델 호출·영상 처리 반영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858500" y="4241800"/>
            <a:ext cx="3022600" cy="596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9855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 사용량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4300200" y="2400300"/>
            <a:ext cx="3365500" cy="6235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4681200" y="5029200"/>
            <a:ext cx="27686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지불 의향과 비용
확인 후 결정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4465300" y="4241800"/>
            <a:ext cx="3022600" cy="596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6050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가격 검증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81026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382000" y="2933700"/>
            <a:ext cx="7112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53543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5608300" y="2984500"/>
            <a:ext cx="736600" cy="736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1747500" y="27813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1976100" y="2971800"/>
            <a:ext cx="787400" cy="7874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1087100" y="2070100"/>
            <a:ext cx="2628900" cy="355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FFFFFF"/>
                </a:solidFill>
                <a:latin typeface="LINE Seed Sans TH Bold"/>
                <a:ea typeface="LINE Seed Sans TH Bold"/>
                <a:cs typeface="LINE Seed Sans TH Bold"/>
              </a:rPr>
              <a:t>Hypothesis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Cost Scenario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3657600"/>
            <a:ext cx="57658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가정: 5초 × 60컷 · Kling I2V $0.35/회
생성 API 소계만 · 인건비·편집·권리·운영 별도
Aethon 요금·실측 절감률 미확정</a:t>
            </a:r>
          </a:p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68400" y="26543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" y="2692400"/>
            <a:ext cx="558800" cy="558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68400" y="1612900"/>
            <a:ext cx="8750300" cy="9525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생성비 시나리오와 총비용 검증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8400" y="4889500"/>
          <a:ext cx="15887700" cy="3937000"/>
        </p:xfrm>
        <a:graphic>
          <a:graphicData uri="http://schemas.openxmlformats.org/drawingml/2006/table">
            <a:tbl>
              <a:tblPr/>
              <a:tblGrid>
                <a:gridCol w="7024558"/>
                <a:gridCol w="4417283"/>
                <a:gridCol w="4417283"/>
              </a:tblGrid>
              <a:tr h="976312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컷당 유료 생성</a:t>
                      </a:r>
                      <a:endParaRPr lang="en-US" sz="1100"/>
                    </a:p>
                  </a:txBody>
                  <a:tcPr anchor="ctr" marL="152400" marT="134111" marR="152400" marB="134111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5초 컷 수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API 소계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</a:tr>
              <a:tr h="976312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1회</a:t>
                      </a:r>
                      <a:endParaRPr lang="en-US" sz="1100"/>
                    </a:p>
                  </a:txBody>
                  <a:tcPr anchor="ctr" marL="152400" marT="134111" marR="152400" marB="134111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60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$21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76312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2회</a:t>
                      </a:r>
                      <a:endParaRPr lang="en-US" sz="1100"/>
                    </a:p>
                  </a:txBody>
                  <a:tcPr anchor="ctr" marL="152400" marT="134111" marR="152400" marB="134111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60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$42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976312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3회</a:t>
                      </a:r>
                      <a:endParaRPr lang="en-US" sz="1100"/>
                    </a:p>
                  </a:txBody>
                  <a:tcPr anchor="ctr" marL="152400" marT="134111" marR="152400" marB="134111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60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 lvl="0">
                        <a:lnSpc>
                          <a:spcPct val="126160"/>
                        </a:lnSpc>
                        <a:defRPr/>
                      </a:pPr>
                      <a:r>
                        <a:rPr lang="en-US" sz="24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$63</a:t>
                      </a:r>
                      <a:endParaRPr lang="en-US" sz="1100"/>
                    </a:p>
                  </a:txBody>
                  <a:tcPr anchor="ctr" marL="152400" marT="134111" marR="152400" marB="134111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25500" y="1790700"/>
            <a:ext cx="16598900" cy="77216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12827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현재와 향후 시스템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9093200"/>
            <a:ext cx="71882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사용자 · Aethon 플랫폼 · 외부 모델과 서비스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95700" y="444500"/>
            <a:ext cx="1460500" cy="457200"/>
          </a:xfrm>
          <a:prstGeom prst="rect">
            <a:avLst/>
          </a:prstGeom>
        </p:spPr>
        <p:txBody>
          <a:bodyPr anchor="t" rtlCol="false" lIns="0" tIns="24130" rIns="0" bIns="0"/>
          <a:lstStyle/>
          <a:p>
            <a:pPr algn="l" lvl="0">
              <a:lnSpc>
                <a:spcPct val="99600"/>
              </a:lnSpc>
            </a:pPr>
            <a:r>
              <a:rPr lang="en-US" sz="1899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제작팀과 함께
사용을 검증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1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고객 인터뷰 → 제한 시험 → 반복 사용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5308600" y="26543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5359400" y="26924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14600" y="40132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Interview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최근 MV 제작 과정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03400" y="61976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자료 전달·수정·승인 확인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187700" y="56515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8100" y="80010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기획사·제작팀 인터뷰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3914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137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Test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5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 곡의 작업 흐름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2898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기획부터 검토까지 시험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674100" y="5626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07200" y="79883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이용 경험과 승인본 비용 측정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979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255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Repeat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 곡의 자료 재사용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016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사용·지불 의향 확인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185900" y="5626100"/>
            <a:ext cx="9271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19000" y="79883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검증 결과로 다음 단계 결정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25500" y="1790700"/>
            <a:ext cx="16598900" cy="736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12827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대화·이미지·영상 모델 연구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9017000"/>
            <a:ext cx="71882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장기 R&amp;D · 데이터 권리와 모델 약관 확인 후 평가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95700" y="444500"/>
            <a:ext cx="1460500" cy="457200"/>
          </a:xfrm>
          <a:prstGeom prst="rect">
            <a:avLst/>
          </a:prstGeom>
        </p:spPr>
        <p:txBody>
          <a:bodyPr anchor="t" rtlCol="false" lIns="0" tIns="24130" rIns="0" bIns="0"/>
          <a:lstStyle/>
          <a:p>
            <a:pPr algn="l" lvl="0">
              <a:lnSpc>
                <a:spcPct val="99600"/>
              </a:lnSpc>
            </a:pPr>
            <a:r>
              <a:rPr lang="en-US" sz="1899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Expansion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후 협업 시장으로
단계적 확장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1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반복 사용·비용·운영 역량을 확인하며 확장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5308600" y="26543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5359400" y="26924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14600" y="40132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Initial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 아이돌 MV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03400" y="61976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제작팀의 작업 흐름 검증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098800" y="5588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8100" y="80010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기획사·제작팀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3914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137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Adjacent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5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인접 창작 작업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2898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 사례와 운영 경험 축적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597900" y="55626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07200" y="79883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필요한 역할 단계별 확보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979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255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Long term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협업 제작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016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더 넓은 워크플로 시장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097000" y="55626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19000" y="79883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품질·비용·데이터 권리 검토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366000"/>
            <a:ext cx="10795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17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Founder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개발과 데이터를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연결하는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1인 창업자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341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국가공인 네트워크관리사 2급 · AI프러덕션 기획자
1급 · Databricks 데이터 엔지니어 프로페셔널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320800" y="8229600"/>
            <a:ext cx="13208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84300" y="8229600"/>
            <a:ext cx="1181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DATA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933700" y="8229600"/>
            <a:ext cx="17018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997200" y="8229600"/>
            <a:ext cx="1562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PRODUCT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737100" y="8216900"/>
            <a:ext cx="16891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800600" y="8216900"/>
            <a:ext cx="15494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VALIDATE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38000" y="2959100"/>
            <a:ext cx="2235200" cy="5969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Profile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6300" y="3797300"/>
            <a:ext cx="65532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이성민 · RealizeSoft(현실화하는소프트) 대표
경복대학교 소프트웨어융합학과
현재 데이터 엔지니어 · 한화 포탈 경험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33020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45200"/>
            <a:ext cx="2235200" cy="5969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Awards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0900" y="6870700"/>
            <a:ext cx="6629400" cy="1841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2026 U300 Academy 대상 / 한국연구재단 이사장상
경기북동부 청년창업챌린지 기술상 / 경기도경제과학진흥원장상
RealizeSoft 과거 팀 수상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제작팀과 함께
다음 검증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Next Step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연결과 피드백, 사업화 멘토링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생성·편집·출력 흐름 완성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작업과 사용 경험 확인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생성·재시도·사람 작업을 측정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825500" y="1790700"/>
            <a:ext cx="16598900" cy="7366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12827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부록 · 비동기 영상 생성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9017000"/>
            <a:ext cx="7188200" cy="469900"/>
          </a:xfrm>
          <a:prstGeom prst="rect">
            <a:avLst/>
          </a:prstGeom>
        </p:spPr>
        <p:txBody>
          <a:bodyPr anchor="t" rtlCol="false" lIns="0" tIns="2540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향후 제안 · 작업 등록·완료 확인·승인·렌더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95700" y="444500"/>
            <a:ext cx="1460500" cy="457200"/>
          </a:xfrm>
          <a:prstGeom prst="rect">
            <a:avLst/>
          </a:prstGeom>
        </p:spPr>
        <p:txBody>
          <a:bodyPr anchor="t" rtlCol="false" lIns="0" tIns="24130" rIns="0" bIns="0"/>
          <a:lstStyle/>
          <a:p>
            <a:pPr algn="l" lvl="0">
              <a:lnSpc>
                <a:spcPct val="99600"/>
              </a:lnSpc>
            </a:pPr>
            <a:r>
              <a:rPr lang="en-US" sz="1899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숫자와 주장,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 상태의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21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외부 수치는 인접 시장·공개 견적의 맥락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206500" y="8229600"/>
            <a:ext cx="15494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70000" y="8229600"/>
            <a:ext cx="14097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SOURCE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3162300" y="8229600"/>
            <a:ext cx="12192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238500" y="8229600"/>
            <a:ext cx="10922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TEST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4953000" y="8216900"/>
            <a:ext cx="12446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5016500" y="8216900"/>
            <a:ext cx="11176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PLAN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0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38000" y="2971800"/>
            <a:ext cx="2222500" cy="5334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Market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79000" y="3797300"/>
            <a:ext cx="65532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2025 국내 대중음악산업 매출 전년 대비 +15.8%
밍글 프리미엄 MV 예상 견적 200만~400만원
VAT 별도 · 상담 후 범위 확정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2692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57900"/>
            <a:ext cx="2222500" cy="5334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Evidence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0" y="6870700"/>
            <a:ext cx="65532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fal.ai Kling 공개 단가 (2026.10.28 확인)
Aethon 저장소·QA 기록
경복대학교 RealizeSoft 수상 보도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Team Plan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>Databricks 데이터 엔지니어 프로페셔널
보유 · 자격명은 본인 제공 표기 · 채용 미확정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 대표 1인,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단계에 맞춰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역량 보강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Roles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Capabilities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25200" y="3632200"/>
            <a:ext cx="5753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데이터·제품 개발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89900" y="35941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대표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8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25200" y="4978400"/>
            <a:ext cx="5753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 품질·사용성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89900" y="49403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영상·UX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8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8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25200" y="6324600"/>
            <a:ext cx="5753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 검증·운영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고객·사업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8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8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25200" y="7670800"/>
            <a:ext cx="5753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 권리·평가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089900" y="7632700"/>
            <a:ext cx="21082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ML·MLOps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8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8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